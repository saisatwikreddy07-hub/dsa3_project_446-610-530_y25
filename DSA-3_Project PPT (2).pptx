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sldIdLst>
    <p:sldId id="256" r:id="rId2"/>
    <p:sldId id="257" r:id="rId3"/>
    <p:sldId id="264" r:id="rId4"/>
    <p:sldId id="258" r:id="rId5"/>
    <p:sldId id="261" r:id="rId6"/>
    <p:sldId id="265" r:id="rId7"/>
    <p:sldId id="259" r:id="rId8"/>
    <p:sldId id="260" r:id="rId9"/>
    <p:sldId id="266" r:id="rId10"/>
    <p:sldId id="262" r:id="rId11"/>
    <p:sldId id="268" r:id="rId12"/>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C00000"/>
    <a:srgbClr val="E59393"/>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E866F468-EA98-440E-8573-548EAFAEF65E}" v="48" dt="2026-09-28T07:26:27.484"/>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4995" autoAdjust="0"/>
    <p:restoredTop sz="94660"/>
  </p:normalViewPr>
  <p:slideViewPr>
    <p:cSldViewPr snapToGrid="0">
      <p:cViewPr>
        <p:scale>
          <a:sx n="50" d="100"/>
          <a:sy n="50" d="100"/>
        </p:scale>
        <p:origin x="666" y="60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presProps" Target="presProps.xml"/><Relationship Id="rId18" Type="http://schemas.microsoft.com/office/2015/10/relationships/revisionInfo" Target="revisionInfo.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microsoft.com/office/2016/11/relationships/changesInfo" Target="changesInfos/changesInfo1.xml"/><Relationship Id="rId2" Type="http://schemas.openxmlformats.org/officeDocument/2006/relationships/slide" Target="slides/slide1.xml"/><Relationship Id="rId16"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theme" Target="theme/theme1.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viewProps" Target="viewProp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Satwik Reddy" userId="6f2337c6a38ffec0" providerId="LiveId" clId="{56C06E96-0843-4EB2-911C-3B7F93165ACD}"/>
    <pc:docChg chg="undo custSel delSld modSld sldOrd">
      <pc:chgData name="Satwik Reddy" userId="6f2337c6a38ffec0" providerId="LiveId" clId="{56C06E96-0843-4EB2-911C-3B7F93165ACD}" dt="2026-09-28T08:59:06.373" v="482" actId="1076"/>
      <pc:docMkLst>
        <pc:docMk/>
      </pc:docMkLst>
      <pc:sldChg chg="modSp mod">
        <pc:chgData name="Satwik Reddy" userId="6f2337c6a38ffec0" providerId="LiveId" clId="{56C06E96-0843-4EB2-911C-3B7F93165ACD}" dt="2026-08-31T06:47:54.881" v="476" actId="20577"/>
        <pc:sldMkLst>
          <pc:docMk/>
          <pc:sldMk cId="0" sldId="256"/>
        </pc:sldMkLst>
        <pc:spChg chg="mod">
          <ac:chgData name="Satwik Reddy" userId="6f2337c6a38ffec0" providerId="LiveId" clId="{56C06E96-0843-4EB2-911C-3B7F93165ACD}" dt="2026-08-31T05:06:13.569" v="446" actId="1076"/>
          <ac:spMkLst>
            <pc:docMk/>
            <pc:sldMk cId="0" sldId="256"/>
            <ac:spMk id="2" creationId="{00000000-0000-0000-0000-000000000000}"/>
          </ac:spMkLst>
        </pc:spChg>
        <pc:spChg chg="mod">
          <ac:chgData name="Satwik Reddy" userId="6f2337c6a38ffec0" providerId="LiveId" clId="{56C06E96-0843-4EB2-911C-3B7F93165ACD}" dt="2026-08-31T06:47:54.881" v="476" actId="20577"/>
          <ac:spMkLst>
            <pc:docMk/>
            <pc:sldMk cId="0" sldId="256"/>
            <ac:spMk id="3" creationId="{00000000-0000-0000-0000-000000000000}"/>
          </ac:spMkLst>
        </pc:spChg>
      </pc:sldChg>
      <pc:sldChg chg="addSp delSp modSp mod">
        <pc:chgData name="Satwik Reddy" userId="6f2337c6a38ffec0" providerId="LiveId" clId="{56C06E96-0843-4EB2-911C-3B7F93165ACD}" dt="2026-09-28T07:26:27.484" v="478" actId="20578"/>
        <pc:sldMkLst>
          <pc:docMk/>
          <pc:sldMk cId="0" sldId="258"/>
        </pc:sldMkLst>
        <pc:spChg chg="add mod">
          <ac:chgData name="Satwik Reddy" userId="6f2337c6a38ffec0" providerId="LiveId" clId="{56C06E96-0843-4EB2-911C-3B7F93165ACD}" dt="2026-08-30T18:45:28.350" v="330"/>
          <ac:spMkLst>
            <pc:docMk/>
            <pc:sldMk cId="0" sldId="258"/>
            <ac:spMk id="8" creationId="{9E2B55A3-20A0-0036-9D29-3BC9F7DF5BEA}"/>
          </ac:spMkLst>
        </pc:spChg>
        <pc:spChg chg="add mod">
          <ac:chgData name="Satwik Reddy" userId="6f2337c6a38ffec0" providerId="LiveId" clId="{56C06E96-0843-4EB2-911C-3B7F93165ACD}" dt="2026-09-28T07:26:27.484" v="478" actId="20578"/>
          <ac:spMkLst>
            <pc:docMk/>
            <pc:sldMk cId="0" sldId="258"/>
            <ac:spMk id="10" creationId="{1D540CD9-3725-7A59-183B-DBBD2F800DDE}"/>
          </ac:spMkLst>
        </pc:spChg>
      </pc:sldChg>
      <pc:sldChg chg="addSp modSp mod">
        <pc:chgData name="Satwik Reddy" userId="6f2337c6a38ffec0" providerId="LiveId" clId="{56C06E96-0843-4EB2-911C-3B7F93165ACD}" dt="2026-09-28T08:59:06.373" v="482" actId="1076"/>
        <pc:sldMkLst>
          <pc:docMk/>
          <pc:sldMk cId="0" sldId="259"/>
        </pc:sldMkLst>
        <pc:picChg chg="add mod">
          <ac:chgData name="Satwik Reddy" userId="6f2337c6a38ffec0" providerId="LiveId" clId="{56C06E96-0843-4EB2-911C-3B7F93165ACD}" dt="2026-09-28T08:59:06.373" v="482" actId="1076"/>
          <ac:picMkLst>
            <pc:docMk/>
            <pc:sldMk cId="0" sldId="259"/>
            <ac:picMk id="5" creationId="{C6AE5DAA-31EB-BDAC-1310-9E4D61108656}"/>
          </ac:picMkLst>
        </pc:picChg>
      </pc:sldChg>
      <pc:sldChg chg="addSp modSp mod ord">
        <pc:chgData name="Satwik Reddy" userId="6f2337c6a38ffec0" providerId="LiveId" clId="{56C06E96-0843-4EB2-911C-3B7F93165ACD}" dt="2026-08-31T05:08:13.501" v="451"/>
        <pc:sldMkLst>
          <pc:docMk/>
          <pc:sldMk cId="0" sldId="260"/>
        </pc:sldMkLst>
        <pc:spChg chg="add mod">
          <ac:chgData name="Satwik Reddy" userId="6f2337c6a38ffec0" providerId="LiveId" clId="{56C06E96-0843-4EB2-911C-3B7F93165ACD}" dt="2026-08-31T05:05:01.509" v="436" actId="1076"/>
          <ac:spMkLst>
            <pc:docMk/>
            <pc:sldMk cId="0" sldId="260"/>
            <ac:spMk id="5" creationId="{F3641BD1-625A-A3F5-F79D-21A1540749DE}"/>
          </ac:spMkLst>
        </pc:spChg>
      </pc:sldChg>
      <pc:sldChg chg="addSp delSp modSp mod">
        <pc:chgData name="Satwik Reddy" userId="6f2337c6a38ffec0" providerId="LiveId" clId="{56C06E96-0843-4EB2-911C-3B7F93165ACD}" dt="2026-08-31T02:48:43.385" v="409" actId="113"/>
        <pc:sldMkLst>
          <pc:docMk/>
          <pc:sldMk cId="0" sldId="261"/>
        </pc:sldMkLst>
        <pc:spChg chg="add mod">
          <ac:chgData name="Satwik Reddy" userId="6f2337c6a38ffec0" providerId="LiveId" clId="{56C06E96-0843-4EB2-911C-3B7F93165ACD}" dt="2026-08-31T02:48:43.385" v="409" actId="113"/>
          <ac:spMkLst>
            <pc:docMk/>
            <pc:sldMk cId="0" sldId="261"/>
            <ac:spMk id="5" creationId="{4EB1FB17-6CAB-BB17-DD62-8CC1E04DBF65}"/>
          </ac:spMkLst>
        </pc:spChg>
      </pc:sldChg>
      <pc:sldChg chg="addSp modSp mod">
        <pc:chgData name="Satwik Reddy" userId="6f2337c6a38ffec0" providerId="LiveId" clId="{56C06E96-0843-4EB2-911C-3B7F93165ACD}" dt="2026-08-31T05:05:58.672" v="445" actId="1076"/>
        <pc:sldMkLst>
          <pc:docMk/>
          <pc:sldMk cId="0" sldId="262"/>
        </pc:sldMkLst>
        <pc:spChg chg="add mod">
          <ac:chgData name="Satwik Reddy" userId="6f2337c6a38ffec0" providerId="LiveId" clId="{56C06E96-0843-4EB2-911C-3B7F93165ACD}" dt="2026-08-31T05:05:58.672" v="445" actId="1076"/>
          <ac:spMkLst>
            <pc:docMk/>
            <pc:sldMk cId="0" sldId="262"/>
            <ac:spMk id="5" creationId="{03424625-B73E-D7D4-AF78-FA852CDB7FE9}"/>
          </ac:spMkLst>
        </pc:spChg>
      </pc:sldChg>
      <pc:sldChg chg="addSp delSp modSp mod">
        <pc:chgData name="Satwik Reddy" userId="6f2337c6a38ffec0" providerId="LiveId" clId="{56C06E96-0843-4EB2-911C-3B7F93165ACD}" dt="2026-08-31T02:48:13.052" v="406" actId="2711"/>
        <pc:sldMkLst>
          <pc:docMk/>
          <pc:sldMk cId="1672422596" sldId="264"/>
        </pc:sldMkLst>
        <pc:spChg chg="add mod">
          <ac:chgData name="Satwik Reddy" userId="6f2337c6a38ffec0" providerId="LiveId" clId="{56C06E96-0843-4EB2-911C-3B7F93165ACD}" dt="2026-08-31T02:48:13.052" v="406" actId="2711"/>
          <ac:spMkLst>
            <pc:docMk/>
            <pc:sldMk cId="1672422596" sldId="264"/>
            <ac:spMk id="9" creationId="{B84B4C72-AA7A-03EC-B392-65AD507A2F2E}"/>
          </ac:spMkLst>
        </pc:spChg>
      </pc:sldChg>
      <pc:sldChg chg="addSp modSp mod">
        <pc:chgData name="Satwik Reddy" userId="6f2337c6a38ffec0" providerId="LiveId" clId="{56C06E96-0843-4EB2-911C-3B7F93165ACD}" dt="2026-08-31T02:49:28.589" v="415" actId="255"/>
        <pc:sldMkLst>
          <pc:docMk/>
          <pc:sldMk cId="3441026644" sldId="265"/>
        </pc:sldMkLst>
        <pc:spChg chg="add mod">
          <ac:chgData name="Satwik Reddy" userId="6f2337c6a38ffec0" providerId="LiveId" clId="{56C06E96-0843-4EB2-911C-3B7F93165ACD}" dt="2026-08-31T02:49:28.589" v="415" actId="255"/>
          <ac:spMkLst>
            <pc:docMk/>
            <pc:sldMk cId="3441026644" sldId="265"/>
            <ac:spMk id="4" creationId="{791141F0-7B27-CB25-3997-23B3A04124A1}"/>
          </ac:spMkLst>
        </pc:spChg>
      </pc:sldChg>
      <pc:sldChg chg="addSp modSp mod">
        <pc:chgData name="Satwik Reddy" userId="6f2337c6a38ffec0" providerId="LiveId" clId="{56C06E96-0843-4EB2-911C-3B7F93165ACD}" dt="2026-08-31T05:04:08.227" v="428" actId="1076"/>
        <pc:sldMkLst>
          <pc:docMk/>
          <pc:sldMk cId="2292750904" sldId="266"/>
        </pc:sldMkLst>
        <pc:spChg chg="add mod">
          <ac:chgData name="Satwik Reddy" userId="6f2337c6a38ffec0" providerId="LiveId" clId="{56C06E96-0843-4EB2-911C-3B7F93165ACD}" dt="2026-08-31T05:04:08.227" v="428" actId="1076"/>
          <ac:spMkLst>
            <pc:docMk/>
            <pc:sldMk cId="2292750904" sldId="266"/>
            <ac:spMk id="5" creationId="{6889E360-BCE4-7625-9E02-1A6091767CFE}"/>
          </ac:spMkLst>
        </pc:spChg>
      </pc:sldChg>
      <pc:sldChg chg="addSp modSp del mod">
        <pc:chgData name="Satwik Reddy" userId="6f2337c6a38ffec0" providerId="LiveId" clId="{56C06E96-0843-4EB2-911C-3B7F93165ACD}" dt="2026-08-31T05:08:04.407" v="449" actId="2696"/>
        <pc:sldMkLst>
          <pc:docMk/>
          <pc:sldMk cId="106092222" sldId="267"/>
        </pc:sldMkLst>
      </pc:sldChg>
    </pc:docChg>
  </pc:docChgLst>
</pc:chgInfo>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a:prstGeom prst="rect">
            <a:avLst/>
          </a:prstGeom>
        </p:spPr>
        <p:txBody>
          <a:bodyPr anchor="b"/>
          <a:lstStyle>
            <a:lvl1pPr algn="ctr">
              <a:defRPr sz="6000"/>
            </a:lvl1pPr>
          </a:lstStyle>
          <a:p>
            <a:r>
              <a:rPr lang="en-US"/>
              <a:t>Click to edit Master title style</a:t>
            </a:r>
          </a:p>
        </p:txBody>
      </p:sp>
      <p:sp>
        <p:nvSpPr>
          <p:cNvPr id="3" name="Subtitle 2"/>
          <p:cNvSpPr>
            <a:spLocks noGrp="1"/>
          </p:cNvSpPr>
          <p:nvPr>
            <p:ph type="subTitle" idx="1"/>
          </p:nvPr>
        </p:nvSpPr>
        <p:spPr>
          <a:xfrm>
            <a:off x="1524000" y="3602038"/>
            <a:ext cx="9144000" cy="1655762"/>
          </a:xfrm>
          <a:prstGeom prst="rect">
            <a:avLst/>
          </a:prstGeo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p:cNvSpPr>
            <a:spLocks noGrp="1"/>
          </p:cNvSpPr>
          <p:nvPr>
            <p:ph type="dt" sz="half" idx="10"/>
          </p:nvPr>
        </p:nvSpPr>
        <p:spPr>
          <a:xfrm>
            <a:off x="838200" y="6356350"/>
            <a:ext cx="2743200" cy="365125"/>
          </a:xfrm>
          <a:prstGeom prst="rect">
            <a:avLst/>
          </a:prstGeom>
        </p:spPr>
        <p:txBody>
          <a:bodyPr/>
          <a:lstStyle/>
          <a:p>
            <a:fld id="{45B1BC09-D557-492E-9C5D-E4CF9E078DE2}" type="datetimeFigureOut">
              <a:rPr lang="en-US" smtClean="0"/>
              <a:t>9/28/2026</a:t>
            </a:fld>
            <a:endParaRPr lang="en-US"/>
          </a:p>
        </p:txBody>
      </p:sp>
      <p:sp>
        <p:nvSpPr>
          <p:cNvPr id="5" name="Footer Placeholder 4"/>
          <p:cNvSpPr>
            <a:spLocks noGrp="1"/>
          </p:cNvSpPr>
          <p:nvPr>
            <p:ph type="ftr" sz="quarter" idx="11"/>
          </p:nvPr>
        </p:nvSpPr>
        <p:spPr>
          <a:xfrm>
            <a:off x="4038600" y="6356350"/>
            <a:ext cx="4114800" cy="365125"/>
          </a:xfrm>
          <a:prstGeom prst="rect">
            <a:avLst/>
          </a:prstGeom>
        </p:spPr>
        <p:txBody>
          <a:bodyPr/>
          <a:lstStyle/>
          <a:p>
            <a:endParaRPr lang="en-US"/>
          </a:p>
        </p:txBody>
      </p:sp>
      <p:sp>
        <p:nvSpPr>
          <p:cNvPr id="6" name="Slide Number Placeholder 5"/>
          <p:cNvSpPr>
            <a:spLocks noGrp="1"/>
          </p:cNvSpPr>
          <p:nvPr>
            <p:ph type="sldNum" sz="quarter" idx="12"/>
          </p:nvPr>
        </p:nvSpPr>
        <p:spPr>
          <a:xfrm>
            <a:off x="8610600" y="6356350"/>
            <a:ext cx="2743200" cy="365125"/>
          </a:xfrm>
          <a:prstGeom prst="rect">
            <a:avLst/>
          </a:prstGeom>
        </p:spPr>
        <p:txBody>
          <a:bodyPr/>
          <a:lstStyle/>
          <a:p>
            <a:fld id="{7EED5C5B-9EF4-44F9-8A5E-F9CA765F3D63}" type="slidenum">
              <a:rPr lang="en-US" smtClean="0"/>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515600" cy="1325563"/>
          </a:xfrm>
          <a:prstGeom prst="rect">
            <a:avLst/>
          </a:prstGeom>
        </p:spPr>
        <p:txBody>
          <a:bodyPr/>
          <a:lstStyle/>
          <a:p>
            <a:r>
              <a:rPr lang="en-US"/>
              <a:t>Click to edit Master title style</a:t>
            </a:r>
          </a:p>
        </p:txBody>
      </p:sp>
      <p:sp>
        <p:nvSpPr>
          <p:cNvPr id="3" name="Content Placeholder 2"/>
          <p:cNvSpPr>
            <a:spLocks noGrp="1"/>
          </p:cNvSpPr>
          <p:nvPr>
            <p:ph idx="1"/>
          </p:nvPr>
        </p:nvSpPr>
        <p:spPr>
          <a:xfrm>
            <a:off x="838200" y="1825625"/>
            <a:ext cx="10515600" cy="4351338"/>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a:xfrm>
            <a:off x="838200" y="6356350"/>
            <a:ext cx="2743200" cy="365125"/>
          </a:xfrm>
          <a:prstGeom prst="rect">
            <a:avLst/>
          </a:prstGeom>
        </p:spPr>
        <p:txBody>
          <a:bodyPr/>
          <a:lstStyle/>
          <a:p>
            <a:fld id="{45B1BC09-D557-492E-9C5D-E4CF9E078DE2}" type="datetimeFigureOut">
              <a:rPr lang="en-US" smtClean="0"/>
              <a:t>9/28/2026</a:t>
            </a:fld>
            <a:endParaRPr lang="en-US"/>
          </a:p>
        </p:txBody>
      </p:sp>
      <p:sp>
        <p:nvSpPr>
          <p:cNvPr id="5" name="Footer Placeholder 4"/>
          <p:cNvSpPr>
            <a:spLocks noGrp="1"/>
          </p:cNvSpPr>
          <p:nvPr>
            <p:ph type="ftr" sz="quarter" idx="11"/>
          </p:nvPr>
        </p:nvSpPr>
        <p:spPr>
          <a:xfrm>
            <a:off x="4038600" y="6356350"/>
            <a:ext cx="4114800" cy="365125"/>
          </a:xfrm>
          <a:prstGeom prst="rect">
            <a:avLst/>
          </a:prstGeom>
        </p:spPr>
        <p:txBody>
          <a:bodyPr/>
          <a:lstStyle/>
          <a:p>
            <a:endParaRPr lang="en-US"/>
          </a:p>
        </p:txBody>
      </p:sp>
      <p:sp>
        <p:nvSpPr>
          <p:cNvPr id="6" name="Slide Number Placeholder 5"/>
          <p:cNvSpPr>
            <a:spLocks noGrp="1"/>
          </p:cNvSpPr>
          <p:nvPr>
            <p:ph type="sldNum" sz="quarter" idx="12"/>
          </p:nvPr>
        </p:nvSpPr>
        <p:spPr>
          <a:xfrm>
            <a:off x="8610600" y="6356350"/>
            <a:ext cx="2743200" cy="365125"/>
          </a:xfrm>
          <a:prstGeom prst="rect">
            <a:avLst/>
          </a:prstGeom>
        </p:spPr>
        <p:txBody>
          <a:bodyPr/>
          <a:lstStyle/>
          <a:p>
            <a:fld id="{7EED5C5B-9EF4-44F9-8A5E-F9CA765F3D63}" type="slidenum">
              <a:rPr lang="en-US" smtClean="0"/>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a:prstGeom prst="rect">
            <a:avLst/>
          </a:prstGeom>
        </p:spPr>
        <p:txBody>
          <a:bodyPr anchor="b"/>
          <a:lstStyle>
            <a:lvl1pPr>
              <a:defRPr sz="6000"/>
            </a:lvl1pPr>
          </a:lstStyle>
          <a:p>
            <a:r>
              <a:rPr lang="en-US"/>
              <a:t>Click to edit Master title style</a:t>
            </a:r>
          </a:p>
        </p:txBody>
      </p:sp>
      <p:sp>
        <p:nvSpPr>
          <p:cNvPr id="3" name="Text Placeholder 2"/>
          <p:cNvSpPr>
            <a:spLocks noGrp="1"/>
          </p:cNvSpPr>
          <p:nvPr>
            <p:ph type="body" idx="1"/>
          </p:nvPr>
        </p:nvSpPr>
        <p:spPr>
          <a:xfrm>
            <a:off x="831850" y="4589463"/>
            <a:ext cx="10515600" cy="1500187"/>
          </a:xfrm>
          <a:prstGeom prst="rect">
            <a:avLst/>
          </a:prstGeo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a:xfrm>
            <a:off x="838200" y="6356350"/>
            <a:ext cx="2743200" cy="365125"/>
          </a:xfrm>
          <a:prstGeom prst="rect">
            <a:avLst/>
          </a:prstGeom>
        </p:spPr>
        <p:txBody>
          <a:bodyPr/>
          <a:lstStyle/>
          <a:p>
            <a:fld id="{45B1BC09-D557-492E-9C5D-E4CF9E078DE2}" type="datetimeFigureOut">
              <a:rPr lang="en-US" smtClean="0"/>
              <a:t>9/28/2026</a:t>
            </a:fld>
            <a:endParaRPr lang="en-US"/>
          </a:p>
        </p:txBody>
      </p:sp>
      <p:sp>
        <p:nvSpPr>
          <p:cNvPr id="5" name="Footer Placeholder 4"/>
          <p:cNvSpPr>
            <a:spLocks noGrp="1"/>
          </p:cNvSpPr>
          <p:nvPr>
            <p:ph type="ftr" sz="quarter" idx="11"/>
          </p:nvPr>
        </p:nvSpPr>
        <p:spPr>
          <a:xfrm>
            <a:off x="4038600" y="6356350"/>
            <a:ext cx="4114800" cy="365125"/>
          </a:xfrm>
          <a:prstGeom prst="rect">
            <a:avLst/>
          </a:prstGeom>
        </p:spPr>
        <p:txBody>
          <a:bodyPr/>
          <a:lstStyle/>
          <a:p>
            <a:endParaRPr lang="en-US"/>
          </a:p>
        </p:txBody>
      </p:sp>
      <p:sp>
        <p:nvSpPr>
          <p:cNvPr id="6" name="Slide Number Placeholder 5"/>
          <p:cNvSpPr>
            <a:spLocks noGrp="1"/>
          </p:cNvSpPr>
          <p:nvPr>
            <p:ph type="sldNum" sz="quarter" idx="12"/>
          </p:nvPr>
        </p:nvSpPr>
        <p:spPr>
          <a:xfrm>
            <a:off x="8610600" y="6356350"/>
            <a:ext cx="2743200" cy="365125"/>
          </a:xfrm>
          <a:prstGeom prst="rect">
            <a:avLst/>
          </a:prstGeom>
        </p:spPr>
        <p:txBody>
          <a:bodyPr/>
          <a:lstStyle/>
          <a:p>
            <a:fld id="{7EED5C5B-9EF4-44F9-8A5E-F9CA765F3D63}" type="slidenum">
              <a:rPr lang="en-US" smtClean="0"/>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515600" cy="1325563"/>
          </a:xfrm>
          <a:prstGeom prst="rect">
            <a:avLst/>
          </a:prstGeom>
        </p:spPr>
        <p:txBody>
          <a:bodyPr/>
          <a:lstStyle/>
          <a:p>
            <a:r>
              <a:rPr lang="en-US"/>
              <a:t>Click to edit Master title style</a:t>
            </a:r>
          </a:p>
        </p:txBody>
      </p:sp>
      <p:sp>
        <p:nvSpPr>
          <p:cNvPr id="3" name="Content Placeholder 2"/>
          <p:cNvSpPr>
            <a:spLocks noGrp="1"/>
          </p:cNvSpPr>
          <p:nvPr>
            <p:ph sz="half" idx="1"/>
          </p:nvPr>
        </p:nvSpPr>
        <p:spPr>
          <a:xfrm>
            <a:off x="838200" y="1825625"/>
            <a:ext cx="5181600" cy="4351338"/>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172200" y="1825625"/>
            <a:ext cx="5181600" cy="4351338"/>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a:xfrm>
            <a:off x="838200" y="6356350"/>
            <a:ext cx="2743200" cy="365125"/>
          </a:xfrm>
          <a:prstGeom prst="rect">
            <a:avLst/>
          </a:prstGeom>
        </p:spPr>
        <p:txBody>
          <a:bodyPr/>
          <a:lstStyle/>
          <a:p>
            <a:fld id="{45B1BC09-D557-492E-9C5D-E4CF9E078DE2}" type="datetimeFigureOut">
              <a:rPr lang="en-US" smtClean="0"/>
              <a:t>9/28/2026</a:t>
            </a:fld>
            <a:endParaRPr lang="en-US"/>
          </a:p>
        </p:txBody>
      </p:sp>
      <p:sp>
        <p:nvSpPr>
          <p:cNvPr id="6" name="Footer Placeholder 5"/>
          <p:cNvSpPr>
            <a:spLocks noGrp="1"/>
          </p:cNvSpPr>
          <p:nvPr>
            <p:ph type="ftr" sz="quarter" idx="11"/>
          </p:nvPr>
        </p:nvSpPr>
        <p:spPr>
          <a:xfrm>
            <a:off x="4038600" y="6356350"/>
            <a:ext cx="4114800" cy="365125"/>
          </a:xfrm>
          <a:prstGeom prst="rect">
            <a:avLst/>
          </a:prstGeom>
        </p:spPr>
        <p:txBody>
          <a:bodyPr/>
          <a:lstStyle/>
          <a:p>
            <a:endParaRPr lang="en-US"/>
          </a:p>
        </p:txBody>
      </p:sp>
      <p:sp>
        <p:nvSpPr>
          <p:cNvPr id="7" name="Slide Number Placeholder 6"/>
          <p:cNvSpPr>
            <a:spLocks noGrp="1"/>
          </p:cNvSpPr>
          <p:nvPr>
            <p:ph type="sldNum" sz="quarter" idx="12"/>
          </p:nvPr>
        </p:nvSpPr>
        <p:spPr>
          <a:xfrm>
            <a:off x="8610600" y="6356350"/>
            <a:ext cx="2743200" cy="365125"/>
          </a:xfrm>
          <a:prstGeom prst="rect">
            <a:avLst/>
          </a:prstGeom>
        </p:spPr>
        <p:txBody>
          <a:bodyPr/>
          <a:lstStyle/>
          <a:p>
            <a:fld id="{7EED5C5B-9EF4-44F9-8A5E-F9CA765F3D63}" type="slidenum">
              <a:rPr lang="en-US" smtClean="0"/>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a:prstGeom prst="rect">
            <a:avLst/>
          </a:prstGeom>
        </p:spPr>
        <p:txBody>
          <a:bodyPr/>
          <a:lstStyle/>
          <a:p>
            <a:r>
              <a:rPr lang="en-US"/>
              <a:t>Click to edit Master title style</a:t>
            </a:r>
          </a:p>
        </p:txBody>
      </p:sp>
      <p:sp>
        <p:nvSpPr>
          <p:cNvPr id="3" name="Text Placeholder 2"/>
          <p:cNvSpPr>
            <a:spLocks noGrp="1"/>
          </p:cNvSpPr>
          <p:nvPr>
            <p:ph type="body" idx="1"/>
          </p:nvPr>
        </p:nvSpPr>
        <p:spPr>
          <a:xfrm>
            <a:off x="839788" y="1681163"/>
            <a:ext cx="5157787" cy="823912"/>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839788" y="2505075"/>
            <a:ext cx="5157787" cy="3684588"/>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6172200" y="1681163"/>
            <a:ext cx="5183188" cy="823912"/>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72200" y="2505075"/>
            <a:ext cx="5183188" cy="3684588"/>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a:xfrm>
            <a:off x="838200" y="6356350"/>
            <a:ext cx="2743200" cy="365125"/>
          </a:xfrm>
          <a:prstGeom prst="rect">
            <a:avLst/>
          </a:prstGeom>
        </p:spPr>
        <p:txBody>
          <a:bodyPr/>
          <a:lstStyle/>
          <a:p>
            <a:fld id="{45B1BC09-D557-492E-9C5D-E4CF9E078DE2}" type="datetimeFigureOut">
              <a:rPr lang="en-US" smtClean="0"/>
              <a:t>9/28/2026</a:t>
            </a:fld>
            <a:endParaRPr lang="en-US"/>
          </a:p>
        </p:txBody>
      </p:sp>
      <p:sp>
        <p:nvSpPr>
          <p:cNvPr id="8" name="Footer Placeholder 7"/>
          <p:cNvSpPr>
            <a:spLocks noGrp="1"/>
          </p:cNvSpPr>
          <p:nvPr>
            <p:ph type="ftr" sz="quarter" idx="11"/>
          </p:nvPr>
        </p:nvSpPr>
        <p:spPr>
          <a:xfrm>
            <a:off x="4038600" y="6356350"/>
            <a:ext cx="4114800" cy="365125"/>
          </a:xfrm>
          <a:prstGeom prst="rect">
            <a:avLst/>
          </a:prstGeom>
        </p:spPr>
        <p:txBody>
          <a:bodyPr/>
          <a:lstStyle/>
          <a:p>
            <a:endParaRPr lang="en-US"/>
          </a:p>
        </p:txBody>
      </p:sp>
      <p:sp>
        <p:nvSpPr>
          <p:cNvPr id="9" name="Slide Number Placeholder 8"/>
          <p:cNvSpPr>
            <a:spLocks noGrp="1"/>
          </p:cNvSpPr>
          <p:nvPr>
            <p:ph type="sldNum" sz="quarter" idx="12"/>
          </p:nvPr>
        </p:nvSpPr>
        <p:spPr>
          <a:xfrm>
            <a:off x="8610600" y="6356350"/>
            <a:ext cx="2743200" cy="365125"/>
          </a:xfrm>
          <a:prstGeom prst="rect">
            <a:avLst/>
          </a:prstGeom>
        </p:spPr>
        <p:txBody>
          <a:bodyPr/>
          <a:lstStyle/>
          <a:p>
            <a:fld id="{7EED5C5B-9EF4-44F9-8A5E-F9CA765F3D63}" type="slidenum">
              <a:rPr lang="en-US" smtClean="0"/>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515600" cy="1325563"/>
          </a:xfrm>
          <a:prstGeom prst="rect">
            <a:avLst/>
          </a:prstGeom>
        </p:spPr>
        <p:txBody>
          <a:bodyPr/>
          <a:lstStyle/>
          <a:p>
            <a:r>
              <a:rPr lang="en-US"/>
              <a:t>Click to edit Master title style</a:t>
            </a:r>
          </a:p>
        </p:txBody>
      </p:sp>
      <p:sp>
        <p:nvSpPr>
          <p:cNvPr id="3" name="Date Placeholder 2"/>
          <p:cNvSpPr>
            <a:spLocks noGrp="1"/>
          </p:cNvSpPr>
          <p:nvPr>
            <p:ph type="dt" sz="half" idx="10"/>
          </p:nvPr>
        </p:nvSpPr>
        <p:spPr>
          <a:xfrm>
            <a:off x="838200" y="6356350"/>
            <a:ext cx="2743200" cy="365125"/>
          </a:xfrm>
          <a:prstGeom prst="rect">
            <a:avLst/>
          </a:prstGeom>
        </p:spPr>
        <p:txBody>
          <a:bodyPr/>
          <a:lstStyle/>
          <a:p>
            <a:fld id="{45B1BC09-D557-492E-9C5D-E4CF9E078DE2}" type="datetimeFigureOut">
              <a:rPr lang="en-US" smtClean="0"/>
              <a:t>9/28/2026</a:t>
            </a:fld>
            <a:endParaRPr lang="en-US"/>
          </a:p>
        </p:txBody>
      </p:sp>
      <p:sp>
        <p:nvSpPr>
          <p:cNvPr id="4" name="Footer Placeholder 3"/>
          <p:cNvSpPr>
            <a:spLocks noGrp="1"/>
          </p:cNvSpPr>
          <p:nvPr>
            <p:ph type="ftr" sz="quarter" idx="11"/>
          </p:nvPr>
        </p:nvSpPr>
        <p:spPr>
          <a:xfrm>
            <a:off x="4038600" y="6356350"/>
            <a:ext cx="4114800" cy="365125"/>
          </a:xfrm>
          <a:prstGeom prst="rect">
            <a:avLst/>
          </a:prstGeom>
        </p:spPr>
        <p:txBody>
          <a:bodyPr/>
          <a:lstStyle/>
          <a:p>
            <a:endParaRPr lang="en-US"/>
          </a:p>
        </p:txBody>
      </p:sp>
      <p:sp>
        <p:nvSpPr>
          <p:cNvPr id="5" name="Slide Number Placeholder 4"/>
          <p:cNvSpPr>
            <a:spLocks noGrp="1"/>
          </p:cNvSpPr>
          <p:nvPr>
            <p:ph type="sldNum" sz="quarter" idx="12"/>
          </p:nvPr>
        </p:nvSpPr>
        <p:spPr>
          <a:xfrm>
            <a:off x="8610600" y="6356350"/>
            <a:ext cx="2743200" cy="365125"/>
          </a:xfrm>
          <a:prstGeom prst="rect">
            <a:avLst/>
          </a:prstGeom>
        </p:spPr>
        <p:txBody>
          <a:bodyPr/>
          <a:lstStyle/>
          <a:p>
            <a:fld id="{7EED5C5B-9EF4-44F9-8A5E-F9CA765F3D63}" type="slidenum">
              <a:rPr lang="en-US" smtClean="0"/>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a:xfrm>
            <a:off x="838200" y="6356350"/>
            <a:ext cx="2743200" cy="365125"/>
          </a:xfrm>
          <a:prstGeom prst="rect">
            <a:avLst/>
          </a:prstGeom>
        </p:spPr>
        <p:txBody>
          <a:bodyPr/>
          <a:lstStyle/>
          <a:p>
            <a:fld id="{45B1BC09-D557-492E-9C5D-E4CF9E078DE2}" type="datetimeFigureOut">
              <a:rPr lang="en-US" smtClean="0"/>
              <a:t>9/28/2026</a:t>
            </a:fld>
            <a:endParaRPr lang="en-US"/>
          </a:p>
        </p:txBody>
      </p:sp>
      <p:sp>
        <p:nvSpPr>
          <p:cNvPr id="3" name="Footer Placeholder 2"/>
          <p:cNvSpPr>
            <a:spLocks noGrp="1"/>
          </p:cNvSpPr>
          <p:nvPr>
            <p:ph type="ftr" sz="quarter" idx="11"/>
          </p:nvPr>
        </p:nvSpPr>
        <p:spPr>
          <a:xfrm>
            <a:off x="4038600" y="6356350"/>
            <a:ext cx="4114800" cy="365125"/>
          </a:xfrm>
          <a:prstGeom prst="rect">
            <a:avLst/>
          </a:prstGeom>
        </p:spPr>
        <p:txBody>
          <a:bodyPr/>
          <a:lstStyle/>
          <a:p>
            <a:endParaRPr lang="en-US"/>
          </a:p>
        </p:txBody>
      </p:sp>
      <p:sp>
        <p:nvSpPr>
          <p:cNvPr id="4" name="Slide Number Placeholder 3"/>
          <p:cNvSpPr>
            <a:spLocks noGrp="1"/>
          </p:cNvSpPr>
          <p:nvPr>
            <p:ph type="sldNum" sz="quarter" idx="12"/>
          </p:nvPr>
        </p:nvSpPr>
        <p:spPr>
          <a:xfrm>
            <a:off x="8610600" y="6356350"/>
            <a:ext cx="2743200" cy="365125"/>
          </a:xfrm>
          <a:prstGeom prst="rect">
            <a:avLst/>
          </a:prstGeom>
        </p:spPr>
        <p:txBody>
          <a:bodyPr/>
          <a:lstStyle/>
          <a:p>
            <a:fld id="{7EED5C5B-9EF4-44F9-8A5E-F9CA765F3D63}" type="slidenum">
              <a:rPr lang="en-US" smtClean="0"/>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a:prstGeom prst="rect">
            <a:avLst/>
          </a:prstGeom>
        </p:spPr>
        <p:txBody>
          <a:bodyPr anchor="b"/>
          <a:lstStyle>
            <a:lvl1pPr>
              <a:defRPr sz="3200"/>
            </a:lvl1pPr>
          </a:lstStyle>
          <a:p>
            <a:r>
              <a:rPr lang="en-US"/>
              <a:t>Click to edit Master title style</a:t>
            </a:r>
          </a:p>
        </p:txBody>
      </p:sp>
      <p:sp>
        <p:nvSpPr>
          <p:cNvPr id="3" name="Content Placeholder 2"/>
          <p:cNvSpPr>
            <a:spLocks noGrp="1"/>
          </p:cNvSpPr>
          <p:nvPr>
            <p:ph idx="1"/>
          </p:nvPr>
        </p:nvSpPr>
        <p:spPr>
          <a:xfrm>
            <a:off x="5183188" y="987425"/>
            <a:ext cx="6172200" cy="4873625"/>
          </a:xfrm>
          <a:prstGeom prst="rect">
            <a:avLst/>
          </a:prstGeo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839788" y="2057400"/>
            <a:ext cx="3932237" cy="3811588"/>
          </a:xfrm>
          <a:prstGeom prst="rect">
            <a:avLst/>
          </a:prstGeo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a:xfrm>
            <a:off x="838200" y="6356350"/>
            <a:ext cx="2743200" cy="365125"/>
          </a:xfrm>
          <a:prstGeom prst="rect">
            <a:avLst/>
          </a:prstGeom>
        </p:spPr>
        <p:txBody>
          <a:bodyPr/>
          <a:lstStyle/>
          <a:p>
            <a:fld id="{45B1BC09-D557-492E-9C5D-E4CF9E078DE2}" type="datetimeFigureOut">
              <a:rPr lang="en-US" smtClean="0"/>
              <a:t>9/28/2026</a:t>
            </a:fld>
            <a:endParaRPr lang="en-US"/>
          </a:p>
        </p:txBody>
      </p:sp>
      <p:sp>
        <p:nvSpPr>
          <p:cNvPr id="6" name="Footer Placeholder 5"/>
          <p:cNvSpPr>
            <a:spLocks noGrp="1"/>
          </p:cNvSpPr>
          <p:nvPr>
            <p:ph type="ftr" sz="quarter" idx="11"/>
          </p:nvPr>
        </p:nvSpPr>
        <p:spPr>
          <a:xfrm>
            <a:off x="4038600" y="6356350"/>
            <a:ext cx="4114800" cy="365125"/>
          </a:xfrm>
          <a:prstGeom prst="rect">
            <a:avLst/>
          </a:prstGeom>
        </p:spPr>
        <p:txBody>
          <a:bodyPr/>
          <a:lstStyle/>
          <a:p>
            <a:endParaRPr lang="en-US"/>
          </a:p>
        </p:txBody>
      </p:sp>
      <p:sp>
        <p:nvSpPr>
          <p:cNvPr id="7" name="Slide Number Placeholder 6"/>
          <p:cNvSpPr>
            <a:spLocks noGrp="1"/>
          </p:cNvSpPr>
          <p:nvPr>
            <p:ph type="sldNum" sz="quarter" idx="12"/>
          </p:nvPr>
        </p:nvSpPr>
        <p:spPr>
          <a:xfrm>
            <a:off x="8610600" y="6356350"/>
            <a:ext cx="2743200" cy="365125"/>
          </a:xfrm>
          <a:prstGeom prst="rect">
            <a:avLst/>
          </a:prstGeom>
        </p:spPr>
        <p:txBody>
          <a:bodyPr/>
          <a:lstStyle/>
          <a:p>
            <a:fld id="{7EED5C5B-9EF4-44F9-8A5E-F9CA765F3D63}" type="slidenum">
              <a:rPr lang="en-US" smtClean="0"/>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a:prstGeom prst="rect">
            <a:avLst/>
          </a:prstGeom>
        </p:spPr>
        <p:txBody>
          <a:bodyPr anchor="b"/>
          <a:lstStyle>
            <a:lvl1pPr>
              <a:defRPr sz="3200"/>
            </a:lvl1pPr>
          </a:lstStyle>
          <a:p>
            <a:r>
              <a:rPr lang="en-US"/>
              <a:t>Click to edit Master title style</a:t>
            </a:r>
          </a:p>
        </p:txBody>
      </p:sp>
      <p:sp>
        <p:nvSpPr>
          <p:cNvPr id="3" name="Picture Placeholder 2"/>
          <p:cNvSpPr>
            <a:spLocks noGrp="1"/>
          </p:cNvSpPr>
          <p:nvPr>
            <p:ph type="pic" idx="1"/>
          </p:nvPr>
        </p:nvSpPr>
        <p:spPr>
          <a:xfrm>
            <a:off x="5183188" y="987425"/>
            <a:ext cx="6172200" cy="4873625"/>
          </a:xfrm>
          <a:prstGeom prst="rect">
            <a:avLst/>
          </a:prstGeo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839788" y="2057400"/>
            <a:ext cx="3932237" cy="3811588"/>
          </a:xfrm>
          <a:prstGeom prst="rect">
            <a:avLst/>
          </a:prstGeo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a:xfrm>
            <a:off x="838200" y="6356350"/>
            <a:ext cx="2743200" cy="365125"/>
          </a:xfrm>
          <a:prstGeom prst="rect">
            <a:avLst/>
          </a:prstGeom>
        </p:spPr>
        <p:txBody>
          <a:bodyPr/>
          <a:lstStyle/>
          <a:p>
            <a:fld id="{45B1BC09-D557-492E-9C5D-E4CF9E078DE2}" type="datetimeFigureOut">
              <a:rPr lang="en-US" smtClean="0"/>
              <a:t>9/28/2026</a:t>
            </a:fld>
            <a:endParaRPr lang="en-US"/>
          </a:p>
        </p:txBody>
      </p:sp>
      <p:sp>
        <p:nvSpPr>
          <p:cNvPr id="6" name="Footer Placeholder 5"/>
          <p:cNvSpPr>
            <a:spLocks noGrp="1"/>
          </p:cNvSpPr>
          <p:nvPr>
            <p:ph type="ftr" sz="quarter" idx="11"/>
          </p:nvPr>
        </p:nvSpPr>
        <p:spPr>
          <a:xfrm>
            <a:off x="4038600" y="6356350"/>
            <a:ext cx="4114800" cy="365125"/>
          </a:xfrm>
          <a:prstGeom prst="rect">
            <a:avLst/>
          </a:prstGeom>
        </p:spPr>
        <p:txBody>
          <a:bodyPr/>
          <a:lstStyle/>
          <a:p>
            <a:endParaRPr lang="en-US"/>
          </a:p>
        </p:txBody>
      </p:sp>
      <p:sp>
        <p:nvSpPr>
          <p:cNvPr id="7" name="Slide Number Placeholder 6"/>
          <p:cNvSpPr>
            <a:spLocks noGrp="1"/>
          </p:cNvSpPr>
          <p:nvPr>
            <p:ph type="sldNum" sz="quarter" idx="12"/>
          </p:nvPr>
        </p:nvSpPr>
        <p:spPr>
          <a:xfrm>
            <a:off x="8610600" y="6356350"/>
            <a:ext cx="2743200" cy="365125"/>
          </a:xfrm>
          <a:prstGeom prst="rect">
            <a:avLst/>
          </a:prstGeom>
        </p:spPr>
        <p:txBody>
          <a:bodyPr/>
          <a:lstStyle/>
          <a:p>
            <a:fld id="{7EED5C5B-9EF4-44F9-8A5E-F9CA765F3D63}" type="slidenum">
              <a:rPr lang="en-US" smtClean="0"/>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515600" cy="1325563"/>
          </a:xfrm>
          <a:prstGeom prst="rect">
            <a:avLst/>
          </a:prstGeom>
        </p:spPr>
        <p:txBody>
          <a:bodyPr/>
          <a:lstStyle/>
          <a:p>
            <a:r>
              <a:rPr lang="en-US"/>
              <a:t>Click to edit Master title style</a:t>
            </a:r>
          </a:p>
        </p:txBody>
      </p:sp>
      <p:sp>
        <p:nvSpPr>
          <p:cNvPr id="3" name="Vertical Text Placeholder 2"/>
          <p:cNvSpPr>
            <a:spLocks noGrp="1"/>
          </p:cNvSpPr>
          <p:nvPr>
            <p:ph type="body" orient="vert" idx="1"/>
          </p:nvPr>
        </p:nvSpPr>
        <p:spPr>
          <a:xfrm>
            <a:off x="838200" y="1825625"/>
            <a:ext cx="10515600" cy="4351338"/>
          </a:xfrm>
          <a:prstGeom prst="rect">
            <a:avLst/>
          </a:prstGeo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a:xfrm>
            <a:off x="838200" y="6356350"/>
            <a:ext cx="2743200" cy="365125"/>
          </a:xfrm>
          <a:prstGeom prst="rect">
            <a:avLst/>
          </a:prstGeom>
        </p:spPr>
        <p:txBody>
          <a:bodyPr/>
          <a:lstStyle/>
          <a:p>
            <a:fld id="{45B1BC09-D557-492E-9C5D-E4CF9E078DE2}" type="datetimeFigureOut">
              <a:rPr lang="en-US" smtClean="0"/>
              <a:t>9/28/2026</a:t>
            </a:fld>
            <a:endParaRPr lang="en-US"/>
          </a:p>
        </p:txBody>
      </p:sp>
      <p:sp>
        <p:nvSpPr>
          <p:cNvPr id="5" name="Footer Placeholder 4"/>
          <p:cNvSpPr>
            <a:spLocks noGrp="1"/>
          </p:cNvSpPr>
          <p:nvPr>
            <p:ph type="ftr" sz="quarter" idx="11"/>
          </p:nvPr>
        </p:nvSpPr>
        <p:spPr>
          <a:xfrm>
            <a:off x="4038600" y="6356350"/>
            <a:ext cx="4114800" cy="365125"/>
          </a:xfrm>
          <a:prstGeom prst="rect">
            <a:avLst/>
          </a:prstGeom>
        </p:spPr>
        <p:txBody>
          <a:bodyPr/>
          <a:lstStyle/>
          <a:p>
            <a:endParaRPr lang="en-US"/>
          </a:p>
        </p:txBody>
      </p:sp>
      <p:sp>
        <p:nvSpPr>
          <p:cNvPr id="6" name="Slide Number Placeholder 5"/>
          <p:cNvSpPr>
            <a:spLocks noGrp="1"/>
          </p:cNvSpPr>
          <p:nvPr>
            <p:ph type="sldNum" sz="quarter" idx="12"/>
          </p:nvPr>
        </p:nvSpPr>
        <p:spPr>
          <a:xfrm>
            <a:off x="8610600" y="6356350"/>
            <a:ext cx="2743200" cy="365125"/>
          </a:xfrm>
          <a:prstGeom prst="rect">
            <a:avLst/>
          </a:prstGeom>
        </p:spPr>
        <p:txBody>
          <a:bodyPr/>
          <a:lstStyle/>
          <a:p>
            <a:fld id="{7EED5C5B-9EF4-44F9-8A5E-F9CA765F3D63}" type="slidenum">
              <a:rPr lang="en-US" smtClean="0"/>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a:prstGeom prst="rect">
            <a:avLst/>
          </a:prstGeom>
        </p:spPr>
        <p:txBody>
          <a:bodyPr vert="eaVert"/>
          <a:lstStyle/>
          <a:p>
            <a:r>
              <a:rPr lang="en-US"/>
              <a:t>Click to edit Master title style</a:t>
            </a:r>
          </a:p>
        </p:txBody>
      </p:sp>
      <p:sp>
        <p:nvSpPr>
          <p:cNvPr id="3" name="Vertical Text Placeholder 2"/>
          <p:cNvSpPr>
            <a:spLocks noGrp="1"/>
          </p:cNvSpPr>
          <p:nvPr>
            <p:ph type="body" orient="vert" idx="1"/>
          </p:nvPr>
        </p:nvSpPr>
        <p:spPr>
          <a:xfrm>
            <a:off x="838200" y="365125"/>
            <a:ext cx="7734300" cy="5811838"/>
          </a:xfrm>
          <a:prstGeom prst="rect">
            <a:avLst/>
          </a:prstGeo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a:xfrm>
            <a:off x="838200" y="6356350"/>
            <a:ext cx="2743200" cy="365125"/>
          </a:xfrm>
          <a:prstGeom prst="rect">
            <a:avLst/>
          </a:prstGeom>
        </p:spPr>
        <p:txBody>
          <a:bodyPr/>
          <a:lstStyle/>
          <a:p>
            <a:fld id="{45B1BC09-D557-492E-9C5D-E4CF9E078DE2}" type="datetimeFigureOut">
              <a:rPr lang="en-US" smtClean="0"/>
              <a:t>9/28/2026</a:t>
            </a:fld>
            <a:endParaRPr lang="en-US"/>
          </a:p>
        </p:txBody>
      </p:sp>
      <p:sp>
        <p:nvSpPr>
          <p:cNvPr id="5" name="Footer Placeholder 4"/>
          <p:cNvSpPr>
            <a:spLocks noGrp="1"/>
          </p:cNvSpPr>
          <p:nvPr>
            <p:ph type="ftr" sz="quarter" idx="11"/>
          </p:nvPr>
        </p:nvSpPr>
        <p:spPr>
          <a:xfrm>
            <a:off x="4038600" y="6356350"/>
            <a:ext cx="4114800" cy="365125"/>
          </a:xfrm>
          <a:prstGeom prst="rect">
            <a:avLst/>
          </a:prstGeom>
        </p:spPr>
        <p:txBody>
          <a:bodyPr/>
          <a:lstStyle/>
          <a:p>
            <a:endParaRPr lang="en-US"/>
          </a:p>
        </p:txBody>
      </p:sp>
      <p:sp>
        <p:nvSpPr>
          <p:cNvPr id="6" name="Slide Number Placeholder 5"/>
          <p:cNvSpPr>
            <a:spLocks noGrp="1"/>
          </p:cNvSpPr>
          <p:nvPr>
            <p:ph type="sldNum" sz="quarter" idx="12"/>
          </p:nvPr>
        </p:nvSpPr>
        <p:spPr>
          <a:xfrm>
            <a:off x="8610600" y="6356350"/>
            <a:ext cx="2743200" cy="365125"/>
          </a:xfrm>
          <a:prstGeom prst="rect">
            <a:avLst/>
          </a:prstGeom>
        </p:spPr>
        <p:txBody>
          <a:bodyPr/>
          <a:lstStyle/>
          <a:p>
            <a:fld id="{7EED5C5B-9EF4-44F9-8A5E-F9CA765F3D63}" type="slidenum">
              <a:rPr lang="en-US" smtClean="0"/>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pn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image" Target="../media/image2.jpe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accent2">
            <a:lumMod val="20000"/>
            <a:lumOff val="80000"/>
            <a:alpha val="10000"/>
          </a:schemeClr>
        </a:solidFill>
        <a:effectLst/>
      </p:bgPr>
    </p:bg>
    <p:spTree>
      <p:nvGrpSpPr>
        <p:cNvPr id="1" name=""/>
        <p:cNvGrpSpPr/>
        <p:nvPr/>
      </p:nvGrpSpPr>
      <p:grpSpPr>
        <a:xfrm>
          <a:off x="0" y="0"/>
          <a:ext cx="0" cy="0"/>
          <a:chOff x="0" y="0"/>
          <a:chExt cx="0" cy="0"/>
        </a:xfrm>
      </p:grpSpPr>
      <p:pic>
        <p:nvPicPr>
          <p:cNvPr id="7" name="Picture 11" descr="KL University Hyderabad"/>
          <p:cNvPicPr>
            <a:picLocks noChangeAspect="1" noChangeArrowheads="1"/>
          </p:cNvPicPr>
          <p:nvPr userDrawn="1"/>
        </p:nvPicPr>
        <p:blipFill>
          <a:blip r:embed="rId13">
            <a:extLst>
              <a:ext uri="{28A0092B-C50C-407E-A947-70E740481C1C}">
                <a14:useLocalDpi xmlns:a14="http://schemas.microsoft.com/office/drawing/2010/main" val="0"/>
              </a:ext>
            </a:extLst>
          </a:blip>
          <a:srcRect/>
          <a:stretch>
            <a:fillRect/>
          </a:stretch>
        </p:blipFill>
        <p:spPr bwMode="auto">
          <a:xfrm>
            <a:off x="0" y="44450"/>
            <a:ext cx="2101850" cy="900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8" name="Rectangle 7"/>
          <p:cNvSpPr/>
          <p:nvPr userDrawn="1"/>
        </p:nvSpPr>
        <p:spPr>
          <a:xfrm>
            <a:off x="0" y="6811963"/>
            <a:ext cx="12192000" cy="46037"/>
          </a:xfrm>
          <a:prstGeom prst="rect">
            <a:avLst/>
          </a:prstGeom>
          <a:solidFill>
            <a:srgbClr val="BA2532"/>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en-US"/>
          </a:p>
        </p:txBody>
      </p:sp>
      <p:sp>
        <p:nvSpPr>
          <p:cNvPr id="9" name="Rectangle 8"/>
          <p:cNvSpPr/>
          <p:nvPr userDrawn="1"/>
        </p:nvSpPr>
        <p:spPr>
          <a:xfrm>
            <a:off x="0" y="0"/>
            <a:ext cx="12192000" cy="46038"/>
          </a:xfrm>
          <a:prstGeom prst="rect">
            <a:avLst/>
          </a:prstGeom>
          <a:solidFill>
            <a:srgbClr val="BA2532"/>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en-US"/>
          </a:p>
        </p:txBody>
      </p:sp>
      <p:pic>
        <p:nvPicPr>
          <p:cNvPr id="10" name="Picture 6" descr="Background pattern&#10;&#10;Description automatically generated"/>
          <p:cNvPicPr>
            <a:picLocks noChangeAspect="1" noChangeArrowheads="1"/>
          </p:cNvPicPr>
          <p:nvPr userDrawn="1"/>
        </p:nvPicPr>
        <p:blipFill>
          <a:blip r:embed="rId14">
            <a:clrChange>
              <a:clrFrom>
                <a:srgbClr val="FFFFFF"/>
              </a:clrFrom>
              <a:clrTo>
                <a:srgbClr val="FFFFFF">
                  <a:alpha val="0"/>
                </a:srgbClr>
              </a:clrTo>
            </a:clrChange>
            <a:extLst>
              <a:ext uri="{28A0092B-C50C-407E-A947-70E740481C1C}">
                <a14:useLocalDpi xmlns:a14="http://schemas.microsoft.com/office/drawing/2010/main" val="0"/>
              </a:ext>
            </a:extLst>
          </a:blip>
          <a:srcRect/>
          <a:stretch>
            <a:fillRect/>
          </a:stretch>
        </p:blipFill>
        <p:spPr bwMode="auto">
          <a:xfrm>
            <a:off x="0" y="0"/>
            <a:ext cx="3003550" cy="3003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532475"/>
            <a:ext cx="9144000" cy="2316702"/>
          </a:xfrm>
        </p:spPr>
        <p:txBody>
          <a:bodyPr/>
          <a:lstStyle/>
          <a:p>
            <a:br>
              <a:rPr lang="en-US" b="1" dirty="0">
                <a:solidFill>
                  <a:srgbClr val="C00000"/>
                </a:solidFill>
                <a:latin typeface="+mn-lt"/>
              </a:rPr>
            </a:br>
            <a:br>
              <a:rPr lang="en-US" b="1" dirty="0">
                <a:solidFill>
                  <a:srgbClr val="C00000"/>
                </a:solidFill>
                <a:latin typeface="+mn-lt"/>
              </a:rPr>
            </a:br>
            <a:br>
              <a:rPr lang="en-US" b="1" dirty="0">
                <a:solidFill>
                  <a:srgbClr val="C00000"/>
                </a:solidFill>
                <a:latin typeface="+mn-lt"/>
              </a:rPr>
            </a:br>
            <a:br>
              <a:rPr lang="en-US" b="1" dirty="0">
                <a:solidFill>
                  <a:srgbClr val="C00000"/>
                </a:solidFill>
                <a:latin typeface="+mn-lt"/>
              </a:rPr>
            </a:br>
            <a:br>
              <a:rPr lang="en-US" b="1" dirty="0">
                <a:solidFill>
                  <a:srgbClr val="C00000"/>
                </a:solidFill>
                <a:latin typeface="+mn-lt"/>
              </a:rPr>
            </a:br>
            <a:br>
              <a:rPr lang="en-US" b="1" dirty="0">
                <a:solidFill>
                  <a:srgbClr val="C00000"/>
                </a:solidFill>
                <a:latin typeface="+mn-lt"/>
              </a:rPr>
            </a:br>
            <a:br>
              <a:rPr lang="en-US" sz="4000" b="1" dirty="0">
                <a:solidFill>
                  <a:srgbClr val="C00000"/>
                </a:solidFill>
                <a:latin typeface="+mn-lt"/>
              </a:rPr>
            </a:br>
            <a:r>
              <a:rPr lang="en-US" sz="4000" b="1" dirty="0">
                <a:solidFill>
                  <a:srgbClr val="C00000"/>
                </a:solidFill>
                <a:latin typeface="+mn-lt"/>
              </a:rPr>
              <a:t>Data Structures and Algorithms -3 (25CS2103E)</a:t>
            </a:r>
            <a:br>
              <a:rPr lang="en-US" sz="4000" b="1" dirty="0">
                <a:solidFill>
                  <a:srgbClr val="C00000"/>
                </a:solidFill>
                <a:latin typeface="+mn-lt"/>
              </a:rPr>
            </a:br>
            <a:br>
              <a:rPr lang="en-US" sz="4000" b="1" dirty="0">
                <a:solidFill>
                  <a:srgbClr val="C00000"/>
                </a:solidFill>
                <a:latin typeface="+mn-lt"/>
              </a:rPr>
            </a:br>
            <a:r>
              <a:rPr lang="en-US" sz="2800" b="1" dirty="0">
                <a:solidFill>
                  <a:srgbClr val="C00000"/>
                </a:solidFill>
              </a:rPr>
              <a:t>Interactive Complexity Theory Learning Platform</a:t>
            </a:r>
            <a:endParaRPr lang="en-US" sz="2800" b="1" dirty="0">
              <a:solidFill>
                <a:srgbClr val="C00000"/>
              </a:solidFill>
              <a:latin typeface="+mn-lt"/>
            </a:endParaRPr>
          </a:p>
        </p:txBody>
      </p:sp>
      <p:sp>
        <p:nvSpPr>
          <p:cNvPr id="3" name="Subtitle 2"/>
          <p:cNvSpPr>
            <a:spLocks noGrp="1"/>
          </p:cNvSpPr>
          <p:nvPr>
            <p:ph type="subTitle" idx="1"/>
          </p:nvPr>
        </p:nvSpPr>
        <p:spPr>
          <a:xfrm>
            <a:off x="3820358" y="3429000"/>
            <a:ext cx="4551284" cy="1396014"/>
          </a:xfrm>
        </p:spPr>
        <p:txBody>
          <a:bodyPr/>
          <a:lstStyle/>
          <a:p>
            <a:r>
              <a:rPr lang="en-US" dirty="0">
                <a:solidFill>
                  <a:srgbClr val="0070C0"/>
                </a:solidFill>
              </a:rPr>
              <a:t>Team Members</a:t>
            </a:r>
          </a:p>
          <a:p>
            <a:r>
              <a:rPr lang="en-US" dirty="0">
                <a:solidFill>
                  <a:srgbClr val="0070C0"/>
                </a:solidFill>
              </a:rPr>
              <a:t>K. Satwik – 2520030446</a:t>
            </a:r>
          </a:p>
          <a:p>
            <a:r>
              <a:rPr lang="en-US" dirty="0">
                <a:solidFill>
                  <a:srgbClr val="0070C0"/>
                </a:solidFill>
              </a:rPr>
              <a:t>K. Sai Krishna – 2520030610</a:t>
            </a:r>
          </a:p>
          <a:p>
            <a:r>
              <a:rPr lang="en-US" dirty="0">
                <a:solidFill>
                  <a:srgbClr val="0070C0"/>
                </a:solidFill>
              </a:rPr>
              <a:t>K. Charan - 2520030530</a:t>
            </a:r>
            <a:endParaRPr lang="en-US" sz="1800" kern="0" dirty="0">
              <a:solidFill>
                <a:srgbClr val="000000"/>
              </a:solidFill>
              <a:effectLst/>
              <a:latin typeface="Times New Roman" panose="02020603050405020304" pitchFamily="18" charset="0"/>
              <a:ea typeface="Times New Roman" panose="02020603050405020304" pitchFamily="18" charset="0"/>
              <a:cs typeface="Gautami" panose="020B0502040204020203" pitchFamily="34" charset="0"/>
            </a:endParaRPr>
          </a:p>
          <a:p>
            <a:pPr marL="171450" algn="ctr">
              <a:lnSpc>
                <a:spcPct val="107000"/>
              </a:lnSpc>
              <a:spcAft>
                <a:spcPts val="800"/>
              </a:spcAft>
            </a:pPr>
            <a:r>
              <a:rPr lang="en-US" sz="1800" kern="0" dirty="0">
                <a:solidFill>
                  <a:srgbClr val="000000"/>
                </a:solidFill>
                <a:effectLst/>
                <a:latin typeface="Times New Roman" panose="02020603050405020304" pitchFamily="18" charset="0"/>
                <a:ea typeface="Times New Roman" panose="02020603050405020304" pitchFamily="18" charset="0"/>
                <a:cs typeface="Gautami" panose="020B0502040204020203" pitchFamily="34" charset="0"/>
              </a:rPr>
              <a:t>Under the Esteemed Guidance of</a:t>
            </a:r>
            <a:endParaRPr lang="en-IN" sz="1800" kern="100" dirty="0">
              <a:effectLst/>
              <a:latin typeface="Calibri" panose="020F0502020204030204" pitchFamily="34" charset="0"/>
              <a:ea typeface="Calibri" panose="020F0502020204030204" pitchFamily="34" charset="0"/>
              <a:cs typeface="Gautami" panose="020B0502040204020203" pitchFamily="34" charset="0"/>
            </a:endParaRPr>
          </a:p>
          <a:p>
            <a:pPr algn="ctr">
              <a:lnSpc>
                <a:spcPct val="107000"/>
              </a:lnSpc>
              <a:spcAft>
                <a:spcPts val="800"/>
              </a:spcAft>
            </a:pPr>
            <a:r>
              <a:rPr lang="en-US" sz="1800" b="1" kern="0" dirty="0">
                <a:solidFill>
                  <a:srgbClr val="000000"/>
                </a:solidFill>
                <a:effectLst/>
                <a:latin typeface="Times New Roman" panose="02020603050405020304" pitchFamily="18" charset="0"/>
                <a:ea typeface="Calibri" panose="020F0502020204030204" pitchFamily="34" charset="0"/>
                <a:cs typeface="Gautami" panose="020B0502040204020203" pitchFamily="34" charset="0"/>
              </a:rPr>
              <a:t>Dr. CH Anuradha and Dr. </a:t>
            </a:r>
            <a:r>
              <a:rPr lang="en-US" sz="1800" b="1" kern="0" dirty="0">
                <a:solidFill>
                  <a:srgbClr val="000000"/>
                </a:solidFill>
                <a:latin typeface="Times New Roman" panose="02020603050405020304" pitchFamily="18" charset="0"/>
                <a:ea typeface="Calibri" panose="020F0502020204030204" pitchFamily="34" charset="0"/>
                <a:cs typeface="Gautami" panose="020B0502040204020203" pitchFamily="34" charset="0"/>
              </a:rPr>
              <a:t>Swathi</a:t>
            </a:r>
            <a:r>
              <a:rPr lang="en-US" sz="1800" b="1" kern="0" dirty="0">
                <a:solidFill>
                  <a:srgbClr val="000000"/>
                </a:solidFill>
                <a:effectLst/>
                <a:latin typeface="Times New Roman" panose="02020603050405020304" pitchFamily="18" charset="0"/>
                <a:ea typeface="Calibri" panose="020F0502020204030204" pitchFamily="34" charset="0"/>
                <a:cs typeface="Gautami" panose="020B0502040204020203" pitchFamily="34" charset="0"/>
              </a:rPr>
              <a:t>, Department of Computer Science and Engineering</a:t>
            </a:r>
            <a:endParaRPr lang="en-IN" sz="1800" kern="100" dirty="0">
              <a:effectLst/>
              <a:latin typeface="Calibri" panose="020F0502020204030204" pitchFamily="34" charset="0"/>
              <a:ea typeface="Calibri" panose="020F0502020204030204" pitchFamily="34" charset="0"/>
              <a:cs typeface="Gautami" panose="020B0502040204020203" pitchFamily="34" charset="0"/>
            </a:endParaRPr>
          </a:p>
          <a:p>
            <a:endParaRPr lang="en-US" dirty="0">
              <a:solidFill>
                <a:srgbClr val="0070C0"/>
              </a:solidFill>
            </a:endParaRPr>
          </a:p>
          <a:p>
            <a:endParaRPr lang="en-US" b="1" dirty="0">
              <a:solidFill>
                <a:srgbClr val="C00000"/>
              </a:solidFill>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extBox 6">
            <a:extLst>
              <a:ext uri="{FF2B5EF4-FFF2-40B4-BE49-F238E27FC236}">
                <a16:creationId xmlns:a16="http://schemas.microsoft.com/office/drawing/2014/main" id="{1C70C049-38C4-198F-3181-AACE07DE24AE}"/>
              </a:ext>
            </a:extLst>
          </p:cNvPr>
          <p:cNvSpPr txBox="1"/>
          <p:nvPr/>
        </p:nvSpPr>
        <p:spPr>
          <a:xfrm>
            <a:off x="3736109" y="806448"/>
            <a:ext cx="6936386" cy="5835572"/>
          </a:xfrm>
          <a:prstGeom prst="rect">
            <a:avLst/>
          </a:prstGeom>
          <a:noFill/>
        </p:spPr>
        <p:txBody>
          <a:bodyPr wrap="none" rtlCol="0">
            <a:spAutoFit/>
          </a:bodyPr>
          <a:lstStyle/>
          <a:p>
            <a:pPr marL="457200" indent="-457200" algn="l" rtl="0" eaLnBrk="1" fontAlgn="t" latinLnBrk="0" hangingPunct="1">
              <a:lnSpc>
                <a:spcPct val="150000"/>
              </a:lnSpc>
              <a:spcBef>
                <a:spcPts val="0"/>
              </a:spcBef>
              <a:spcAft>
                <a:spcPts val="0"/>
              </a:spcAft>
              <a:buFont typeface="Arial" panose="020B0604020202020204" pitchFamily="34" charset="0"/>
              <a:buChar char="•"/>
            </a:pPr>
            <a:r>
              <a:rPr lang="en-US" sz="3200" b="0" i="0" u="none" strike="noStrike" kern="1200" dirty="0">
                <a:solidFill>
                  <a:srgbClr val="000000"/>
                </a:solidFill>
                <a:effectLst/>
                <a:latin typeface="Calibri" panose="020F0502020204030204" pitchFamily="34" charset="0"/>
              </a:rPr>
              <a:t>Abstract</a:t>
            </a:r>
          </a:p>
          <a:p>
            <a:pPr marL="457200" indent="-457200" algn="l" rtl="0" eaLnBrk="1" fontAlgn="t" latinLnBrk="0" hangingPunct="1">
              <a:lnSpc>
                <a:spcPct val="150000"/>
              </a:lnSpc>
              <a:spcBef>
                <a:spcPts val="0"/>
              </a:spcBef>
              <a:spcAft>
                <a:spcPts val="0"/>
              </a:spcAft>
              <a:buFont typeface="Arial" panose="020B0604020202020204" pitchFamily="34" charset="0"/>
              <a:buChar char="•"/>
            </a:pPr>
            <a:r>
              <a:rPr lang="en-US" sz="3200" b="0" i="0" u="none" strike="noStrike" kern="1200" dirty="0">
                <a:solidFill>
                  <a:srgbClr val="000000"/>
                </a:solidFill>
                <a:effectLst/>
                <a:latin typeface="Calibri" panose="020F0502020204030204" pitchFamily="34" charset="0"/>
              </a:rPr>
              <a:t>Introduction</a:t>
            </a:r>
            <a:endParaRPr lang="en-IN" sz="3200" b="0" i="0" u="none" strike="noStrike" dirty="0">
              <a:effectLst/>
              <a:latin typeface="Arial" panose="020B0604020202020204" pitchFamily="34" charset="0"/>
            </a:endParaRPr>
          </a:p>
          <a:p>
            <a:pPr marL="457200" indent="-457200" algn="l" rtl="0" eaLnBrk="1" fontAlgn="t" latinLnBrk="0" hangingPunct="1">
              <a:lnSpc>
                <a:spcPct val="150000"/>
              </a:lnSpc>
              <a:spcBef>
                <a:spcPts val="0"/>
              </a:spcBef>
              <a:spcAft>
                <a:spcPts val="800"/>
              </a:spcAft>
              <a:buFont typeface="Arial" panose="020B0604020202020204" pitchFamily="34" charset="0"/>
              <a:buChar char="•"/>
            </a:pPr>
            <a:r>
              <a:rPr lang="en-US" sz="3200" b="0" i="0" u="none" strike="noStrike" dirty="0">
                <a:solidFill>
                  <a:srgbClr val="000000"/>
                </a:solidFill>
                <a:effectLst/>
                <a:latin typeface="Calibri" panose="020F0502020204030204" pitchFamily="34" charset="0"/>
                <a:ea typeface="Times New Roman" panose="02020603050405020304" pitchFamily="18" charset="0"/>
                <a:cs typeface="Gautami" panose="020B0502040204020203" pitchFamily="34" charset="0"/>
              </a:rPr>
              <a:t>Literature survey</a:t>
            </a:r>
            <a:endParaRPr lang="en-IN" sz="3200" b="0" i="0" u="none" strike="noStrike" dirty="0">
              <a:effectLst/>
              <a:latin typeface="Arial" panose="020B0604020202020204" pitchFamily="34" charset="0"/>
            </a:endParaRPr>
          </a:p>
          <a:p>
            <a:pPr marL="457200" indent="-457200" algn="l" rtl="0" eaLnBrk="1" fontAlgn="t" latinLnBrk="0" hangingPunct="1">
              <a:lnSpc>
                <a:spcPct val="107000"/>
              </a:lnSpc>
              <a:spcBef>
                <a:spcPts val="0"/>
              </a:spcBef>
              <a:spcAft>
                <a:spcPts val="800"/>
              </a:spcAft>
              <a:buFont typeface="Arial" panose="020B0604020202020204" pitchFamily="34" charset="0"/>
              <a:buChar char="•"/>
            </a:pPr>
            <a:r>
              <a:rPr lang="en-US" sz="3200" b="0" i="0" u="none" strike="noStrike" dirty="0">
                <a:solidFill>
                  <a:srgbClr val="000000"/>
                </a:solidFill>
                <a:effectLst/>
                <a:latin typeface="Calibri" panose="020F0502020204030204" pitchFamily="34" charset="0"/>
                <a:ea typeface="Times New Roman" panose="02020603050405020304" pitchFamily="18" charset="0"/>
                <a:cs typeface="Gautami" panose="020B0502040204020203" pitchFamily="34" charset="0"/>
              </a:rPr>
              <a:t>Problem Statement and Objectives</a:t>
            </a:r>
            <a:endParaRPr lang="en-IN" sz="3200" b="0" i="0" u="none" strike="noStrike" dirty="0">
              <a:effectLst/>
              <a:latin typeface="Arial" panose="020B0604020202020204" pitchFamily="34" charset="0"/>
            </a:endParaRPr>
          </a:p>
          <a:p>
            <a:pPr marL="457200" indent="-457200" algn="l" rtl="0" eaLnBrk="1" fontAlgn="t" latinLnBrk="0" hangingPunct="1">
              <a:lnSpc>
                <a:spcPct val="107000"/>
              </a:lnSpc>
              <a:spcBef>
                <a:spcPts val="0"/>
              </a:spcBef>
              <a:spcAft>
                <a:spcPts val="800"/>
              </a:spcAft>
              <a:buFont typeface="Arial" panose="020B0604020202020204" pitchFamily="34" charset="0"/>
              <a:buChar char="•"/>
            </a:pPr>
            <a:r>
              <a:rPr lang="en-US" sz="3200" b="0" i="0" u="none" strike="noStrike" dirty="0">
                <a:solidFill>
                  <a:srgbClr val="000000"/>
                </a:solidFill>
                <a:effectLst/>
                <a:latin typeface="Calibri" panose="020F0502020204030204" pitchFamily="34" charset="0"/>
                <a:ea typeface="Times New Roman" panose="02020603050405020304" pitchFamily="18" charset="0"/>
                <a:cs typeface="Gautami" panose="020B0502040204020203" pitchFamily="34" charset="0"/>
              </a:rPr>
              <a:t>Hardware and Software requirements</a:t>
            </a:r>
            <a:endParaRPr lang="en-IN" sz="3200" b="0" i="0" u="none" strike="noStrike" dirty="0">
              <a:effectLst/>
              <a:latin typeface="Arial" panose="020B0604020202020204" pitchFamily="34" charset="0"/>
            </a:endParaRPr>
          </a:p>
          <a:p>
            <a:pPr marL="457200" indent="-457200" algn="l" rtl="0" eaLnBrk="1" fontAlgn="t" latinLnBrk="0" hangingPunct="1">
              <a:lnSpc>
                <a:spcPct val="107000"/>
              </a:lnSpc>
              <a:spcBef>
                <a:spcPts val="0"/>
              </a:spcBef>
              <a:spcAft>
                <a:spcPts val="800"/>
              </a:spcAft>
              <a:buFont typeface="Arial" panose="020B0604020202020204" pitchFamily="34" charset="0"/>
              <a:buChar char="•"/>
            </a:pPr>
            <a:r>
              <a:rPr lang="en-US" sz="3200" b="0" i="0" u="none" strike="noStrike" dirty="0">
                <a:solidFill>
                  <a:srgbClr val="000000"/>
                </a:solidFill>
                <a:effectLst/>
                <a:latin typeface="Calibri" panose="020F0502020204030204" pitchFamily="34" charset="0"/>
                <a:ea typeface="Times New Roman" panose="02020603050405020304" pitchFamily="18" charset="0"/>
                <a:cs typeface="Gautami" panose="020B0502040204020203" pitchFamily="34" charset="0"/>
              </a:rPr>
              <a:t>Results</a:t>
            </a:r>
            <a:endParaRPr lang="en-IN" sz="3200" b="0" i="0" u="none" strike="noStrike" dirty="0">
              <a:effectLst/>
              <a:latin typeface="Arial" panose="020B0604020202020204" pitchFamily="34" charset="0"/>
            </a:endParaRPr>
          </a:p>
          <a:p>
            <a:pPr marL="457200" indent="-457200" algn="l" rtl="0" eaLnBrk="1" fontAlgn="t" latinLnBrk="0" hangingPunct="1">
              <a:lnSpc>
                <a:spcPct val="107000"/>
              </a:lnSpc>
              <a:spcBef>
                <a:spcPts val="0"/>
              </a:spcBef>
              <a:spcAft>
                <a:spcPts val="800"/>
              </a:spcAft>
              <a:buFont typeface="Arial" panose="020B0604020202020204" pitchFamily="34" charset="0"/>
              <a:buChar char="•"/>
            </a:pPr>
            <a:r>
              <a:rPr lang="en-US" sz="3200" b="0" i="0" u="none" strike="noStrike" dirty="0">
                <a:solidFill>
                  <a:srgbClr val="000000"/>
                </a:solidFill>
                <a:effectLst/>
                <a:latin typeface="Calibri" panose="020F0502020204030204" pitchFamily="34" charset="0"/>
                <a:ea typeface="Times New Roman" panose="02020603050405020304" pitchFamily="18" charset="0"/>
                <a:cs typeface="Gautami" panose="020B0502040204020203" pitchFamily="34" charset="0"/>
              </a:rPr>
              <a:t>Conclusion </a:t>
            </a:r>
          </a:p>
          <a:p>
            <a:pPr marL="457200" indent="-457200" algn="l" rtl="0" eaLnBrk="1" fontAlgn="t" latinLnBrk="0" hangingPunct="1">
              <a:lnSpc>
                <a:spcPct val="107000"/>
              </a:lnSpc>
              <a:spcBef>
                <a:spcPts val="0"/>
              </a:spcBef>
              <a:spcAft>
                <a:spcPts val="800"/>
              </a:spcAft>
              <a:buFont typeface="Arial" panose="020B0604020202020204" pitchFamily="34" charset="0"/>
              <a:buChar char="•"/>
            </a:pPr>
            <a:r>
              <a:rPr lang="en-US" sz="3200" b="0" i="0" u="none" strike="noStrike" dirty="0">
                <a:solidFill>
                  <a:srgbClr val="000000"/>
                </a:solidFill>
                <a:effectLst/>
                <a:latin typeface="Calibri" panose="020F0502020204030204" pitchFamily="34" charset="0"/>
                <a:ea typeface="Times New Roman" panose="02020603050405020304" pitchFamily="18" charset="0"/>
                <a:cs typeface="Gautami" panose="020B0502040204020203" pitchFamily="34" charset="0"/>
              </a:rPr>
              <a:t>Future Scope </a:t>
            </a:r>
            <a:endParaRPr lang="en-IN" sz="3200" b="0" i="0" u="none" strike="noStrike" dirty="0">
              <a:effectLst/>
              <a:latin typeface="Arial" panose="020B0604020202020204" pitchFamily="34" charset="0"/>
            </a:endParaRPr>
          </a:p>
          <a:p>
            <a:endParaRPr lang="en-IN" dirty="0"/>
          </a:p>
        </p:txBody>
      </p:sp>
      <p:sp>
        <p:nvSpPr>
          <p:cNvPr id="8" name="Rectangle: Rounded Corners 7">
            <a:extLst>
              <a:ext uri="{FF2B5EF4-FFF2-40B4-BE49-F238E27FC236}">
                <a16:creationId xmlns:a16="http://schemas.microsoft.com/office/drawing/2014/main" id="{3EAC2F32-24D5-FDE9-EB0F-31C7733C95E6}"/>
              </a:ext>
            </a:extLst>
          </p:cNvPr>
          <p:cNvSpPr/>
          <p:nvPr/>
        </p:nvSpPr>
        <p:spPr>
          <a:xfrm>
            <a:off x="3736109" y="221673"/>
            <a:ext cx="4719782" cy="517236"/>
          </a:xfrm>
          <a:prstGeom prst="roundRect">
            <a:avLst/>
          </a:prstGeom>
          <a:solidFill>
            <a:srgbClr val="C0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TextBox 8">
            <a:extLst>
              <a:ext uri="{FF2B5EF4-FFF2-40B4-BE49-F238E27FC236}">
                <a16:creationId xmlns:a16="http://schemas.microsoft.com/office/drawing/2014/main" id="{CCA499C0-FC38-6642-1E16-B8CFFC9C9314}"/>
              </a:ext>
            </a:extLst>
          </p:cNvPr>
          <p:cNvSpPr txBox="1"/>
          <p:nvPr/>
        </p:nvSpPr>
        <p:spPr>
          <a:xfrm>
            <a:off x="2660072" y="221673"/>
            <a:ext cx="6871855" cy="584775"/>
          </a:xfrm>
          <a:prstGeom prst="rect">
            <a:avLst/>
          </a:prstGeom>
          <a:noFill/>
        </p:spPr>
        <p:txBody>
          <a:bodyPr wrap="square" rtlCol="0">
            <a:spAutoFit/>
          </a:bodyPr>
          <a:lstStyle/>
          <a:p>
            <a:pPr algn="ctr"/>
            <a:r>
              <a:rPr lang="en-US" sz="3200" b="1" dirty="0">
                <a:solidFill>
                  <a:schemeClr val="bg1"/>
                </a:solidFill>
              </a:rPr>
              <a:t>Contents</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Rounded Corners 2"/>
          <p:cNvSpPr/>
          <p:nvPr/>
        </p:nvSpPr>
        <p:spPr>
          <a:xfrm>
            <a:off x="3736109" y="221673"/>
            <a:ext cx="4719782" cy="517236"/>
          </a:xfrm>
          <a:prstGeom prst="roundRect">
            <a:avLst/>
          </a:prstGeom>
          <a:solidFill>
            <a:srgbClr val="C0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extBox 1"/>
          <p:cNvSpPr txBox="1"/>
          <p:nvPr/>
        </p:nvSpPr>
        <p:spPr>
          <a:xfrm>
            <a:off x="2660072" y="221673"/>
            <a:ext cx="6871855" cy="584775"/>
          </a:xfrm>
          <a:prstGeom prst="rect">
            <a:avLst/>
          </a:prstGeom>
          <a:noFill/>
        </p:spPr>
        <p:txBody>
          <a:bodyPr wrap="square" rtlCol="0">
            <a:spAutoFit/>
          </a:bodyPr>
          <a:lstStyle/>
          <a:p>
            <a:pPr algn="ctr"/>
            <a:r>
              <a:rPr lang="en-US" sz="3200" b="1" dirty="0">
                <a:solidFill>
                  <a:schemeClr val="bg1"/>
                </a:solidFill>
              </a:rPr>
              <a:t>Abstract</a:t>
            </a:r>
          </a:p>
        </p:txBody>
      </p:sp>
      <p:sp>
        <p:nvSpPr>
          <p:cNvPr id="9" name="Rectangle 4">
            <a:extLst>
              <a:ext uri="{FF2B5EF4-FFF2-40B4-BE49-F238E27FC236}">
                <a16:creationId xmlns:a16="http://schemas.microsoft.com/office/drawing/2014/main" id="{B84B4C72-AA7A-03EC-B392-65AD507A2F2E}"/>
              </a:ext>
            </a:extLst>
          </p:cNvPr>
          <p:cNvSpPr>
            <a:spLocks noChangeArrowheads="1"/>
          </p:cNvSpPr>
          <p:nvPr/>
        </p:nvSpPr>
        <p:spPr bwMode="auto">
          <a:xfrm>
            <a:off x="711200" y="1812582"/>
            <a:ext cx="10267170" cy="3477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000" b="1" i="0" u="none" strike="noStrike" cap="none" normalizeH="0" baseline="0" dirty="0">
                <a:ln>
                  <a:noFill/>
                </a:ln>
                <a:solidFill>
                  <a:schemeClr val="tx1"/>
                </a:solidFill>
                <a:effectLst/>
              </a:rPr>
              <a:t>Interactive Learning:</a:t>
            </a:r>
            <a:r>
              <a:rPr kumimoji="0" lang="en-US" altLang="en-US" sz="2000" b="0" i="0" u="none" strike="noStrike" cap="none" normalizeH="0" baseline="0" dirty="0">
                <a:ln>
                  <a:noFill/>
                </a:ln>
                <a:solidFill>
                  <a:schemeClr val="tx1"/>
                </a:solidFill>
                <a:effectLst/>
              </a:rPr>
              <a:t> Understand P, NP, NP-Complete &amp; NP-Hard concepts visually. </a:t>
            </a: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2000" b="0" i="0" u="none" strike="noStrike" cap="none" normalizeH="0" baseline="0" dirty="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000" b="1" i="0" u="none" strike="noStrike" cap="none" normalizeH="0" baseline="0" dirty="0">
                <a:ln>
                  <a:noFill/>
                </a:ln>
                <a:solidFill>
                  <a:schemeClr val="tx1"/>
                </a:solidFill>
                <a:effectLst/>
              </a:rPr>
              <a:t>Algorithm Demonstrations:</a:t>
            </a:r>
            <a:r>
              <a:rPr kumimoji="0" lang="en-US" altLang="en-US" sz="2000" b="0" i="0" u="none" strike="noStrike" cap="none" normalizeH="0" baseline="0" dirty="0">
                <a:ln>
                  <a:noFill/>
                </a:ln>
                <a:solidFill>
                  <a:schemeClr val="tx1"/>
                </a:solidFill>
                <a:effectLst/>
              </a:rPr>
              <a:t> Explore TSP, Knapsack, Vertex Cover &amp; Hamiltonian Cycle. </a:t>
            </a: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2000" b="0" i="0" u="none" strike="noStrike" cap="none" normalizeH="0" baseline="0" dirty="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000" b="1" i="0" u="none" strike="noStrike" cap="none" normalizeH="0" baseline="0" dirty="0">
                <a:ln>
                  <a:noFill/>
                </a:ln>
                <a:solidFill>
                  <a:schemeClr val="tx1"/>
                </a:solidFill>
                <a:effectLst/>
              </a:rPr>
              <a:t>Graph Visualizations:</a:t>
            </a:r>
            <a:r>
              <a:rPr kumimoji="0" lang="en-US" altLang="en-US" sz="2000" b="0" i="0" u="none" strike="noStrike" cap="none" normalizeH="0" baseline="0" dirty="0">
                <a:ln>
                  <a:noFill/>
                </a:ln>
                <a:solidFill>
                  <a:schemeClr val="tx1"/>
                </a:solidFill>
                <a:effectLst/>
              </a:rPr>
              <a:t> Interact with different problem structures. </a:t>
            </a: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2000" b="0" i="0" u="none" strike="noStrike" cap="none" normalizeH="0" baseline="0" dirty="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000" b="1" i="0" u="none" strike="noStrike" cap="none" normalizeH="0" baseline="0" dirty="0">
                <a:ln>
                  <a:noFill/>
                </a:ln>
                <a:solidFill>
                  <a:schemeClr val="tx1"/>
                </a:solidFill>
                <a:effectLst/>
              </a:rPr>
              <a:t>Reductions &amp; Approximation:</a:t>
            </a:r>
            <a:r>
              <a:rPr kumimoji="0" lang="en-US" altLang="en-US" sz="2000" b="0" i="0" u="none" strike="noStrike" cap="none" normalizeH="0" baseline="0" dirty="0">
                <a:ln>
                  <a:noFill/>
                </a:ln>
                <a:solidFill>
                  <a:schemeClr val="tx1"/>
                </a:solidFill>
                <a:effectLst/>
              </a:rPr>
              <a:t> Demonstrate problem relationships and solution techniques. </a:t>
            </a: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2000" b="0" i="0" u="none" strike="noStrike" cap="none" normalizeH="0" baseline="0" dirty="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000" b="1" i="0" u="none" strike="noStrike" cap="none" normalizeH="0" baseline="0" dirty="0">
                <a:ln>
                  <a:noFill/>
                </a:ln>
                <a:solidFill>
                  <a:schemeClr val="tx1"/>
                </a:solidFill>
                <a:effectLst/>
              </a:rPr>
              <a:t>Quizzes &amp; Evaluation:</a:t>
            </a:r>
            <a:r>
              <a:rPr kumimoji="0" lang="en-US" altLang="en-US" sz="2000" b="0" i="0" u="none" strike="noStrike" cap="none" normalizeH="0" baseline="0" dirty="0">
                <a:ln>
                  <a:noFill/>
                </a:ln>
                <a:solidFill>
                  <a:schemeClr val="tx1"/>
                </a:solidFill>
                <a:effectLst/>
              </a:rPr>
              <a:t> Test knowledge and evaluate user-generated problems. </a:t>
            </a: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2000" b="0" i="0" u="none" strike="noStrike" cap="none" normalizeH="0" baseline="0" dirty="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000" b="1" i="0" u="none" strike="noStrike" cap="none" normalizeH="0" baseline="0" dirty="0">
                <a:ln>
                  <a:noFill/>
                </a:ln>
                <a:solidFill>
                  <a:schemeClr val="tx1"/>
                </a:solidFill>
                <a:effectLst/>
              </a:rPr>
              <a:t>Performance Analysis:</a:t>
            </a:r>
            <a:r>
              <a:rPr kumimoji="0" lang="en-US" altLang="en-US" sz="2000" b="0" i="0" u="none" strike="noStrike" cap="none" normalizeH="0" baseline="0" dirty="0">
                <a:ln>
                  <a:noFill/>
                </a:ln>
                <a:solidFill>
                  <a:schemeClr val="tx1"/>
                </a:solidFill>
                <a:effectLst/>
              </a:rPr>
              <a:t> Compare algorithms and connect theory with practical implementation. </a:t>
            </a:r>
          </a:p>
        </p:txBody>
      </p:sp>
    </p:spTree>
    <p:extLst>
      <p:ext uri="{BB962C8B-B14F-4D97-AF65-F5344CB8AC3E}">
        <p14:creationId xmlns:p14="http://schemas.microsoft.com/office/powerpoint/2010/main" val="167242259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Rounded Corners 1"/>
          <p:cNvSpPr/>
          <p:nvPr/>
        </p:nvSpPr>
        <p:spPr>
          <a:xfrm>
            <a:off x="3736109" y="221673"/>
            <a:ext cx="4719782" cy="517236"/>
          </a:xfrm>
          <a:prstGeom prst="roundRect">
            <a:avLst/>
          </a:prstGeom>
          <a:solidFill>
            <a:srgbClr val="C0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TextBox 2"/>
          <p:cNvSpPr txBox="1"/>
          <p:nvPr/>
        </p:nvSpPr>
        <p:spPr>
          <a:xfrm>
            <a:off x="2660072" y="193965"/>
            <a:ext cx="6871855" cy="584775"/>
          </a:xfrm>
          <a:prstGeom prst="rect">
            <a:avLst/>
          </a:prstGeom>
          <a:noFill/>
        </p:spPr>
        <p:txBody>
          <a:bodyPr wrap="square" rtlCol="0">
            <a:spAutoFit/>
          </a:bodyPr>
          <a:lstStyle/>
          <a:p>
            <a:pPr algn="ctr"/>
            <a:r>
              <a:rPr lang="en-US" sz="3200" b="1" dirty="0">
                <a:solidFill>
                  <a:schemeClr val="bg1"/>
                </a:solidFill>
              </a:rPr>
              <a:t>Introduction</a:t>
            </a:r>
          </a:p>
        </p:txBody>
      </p:sp>
      <p:sp>
        <p:nvSpPr>
          <p:cNvPr id="8" name="TextBox 7">
            <a:extLst>
              <a:ext uri="{FF2B5EF4-FFF2-40B4-BE49-F238E27FC236}">
                <a16:creationId xmlns:a16="http://schemas.microsoft.com/office/drawing/2014/main" id="{9E2B55A3-20A0-0036-9D29-3BC9F7DF5BEA}"/>
              </a:ext>
            </a:extLst>
          </p:cNvPr>
          <p:cNvSpPr txBox="1"/>
          <p:nvPr/>
        </p:nvSpPr>
        <p:spPr>
          <a:xfrm>
            <a:off x="377371" y="1378857"/>
            <a:ext cx="11364686" cy="4905829"/>
          </a:xfrm>
          <a:prstGeom prst="rect">
            <a:avLst/>
          </a:prstGeom>
          <a:noFill/>
        </p:spPr>
        <p:txBody>
          <a:bodyPr wrap="square" rtlCol="0">
            <a:spAutoFit/>
          </a:bodyPr>
          <a:lstStyle/>
          <a:p>
            <a:endParaRPr lang="en-IN" dirty="0"/>
          </a:p>
        </p:txBody>
      </p:sp>
      <p:sp>
        <p:nvSpPr>
          <p:cNvPr id="10" name="Rectangle 4">
            <a:extLst>
              <a:ext uri="{FF2B5EF4-FFF2-40B4-BE49-F238E27FC236}">
                <a16:creationId xmlns:a16="http://schemas.microsoft.com/office/drawing/2014/main" id="{1D540CD9-3725-7A59-183B-DBBD2F800DDE}"/>
              </a:ext>
            </a:extLst>
          </p:cNvPr>
          <p:cNvSpPr>
            <a:spLocks noChangeArrowheads="1"/>
          </p:cNvSpPr>
          <p:nvPr/>
        </p:nvSpPr>
        <p:spPr bwMode="auto">
          <a:xfrm>
            <a:off x="1494970" y="1767006"/>
            <a:ext cx="9202058" cy="332398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i="0" u="none" strike="noStrike" cap="none" normalizeH="0" baseline="0" dirty="0">
              <a:ln>
                <a:noFill/>
              </a:ln>
              <a:solidFill>
                <a:schemeClr val="tx1"/>
              </a:solidFill>
              <a:effectLst/>
              <a:latin typeface="Arial" panose="020B0604020202020204" pitchFamily="34" charset="0"/>
            </a:endParaRPr>
          </a:p>
          <a:p>
            <a:pPr marL="0" marR="0" lvl="0" indent="0" algn="just" defTabSz="914400" rtl="0" eaLnBrk="0" fontAlgn="base" latinLnBrk="0" hangingPunct="0">
              <a:lnSpc>
                <a:spcPct val="100000"/>
              </a:lnSpc>
              <a:spcBef>
                <a:spcPct val="0"/>
              </a:spcBef>
              <a:spcAft>
                <a:spcPct val="0"/>
              </a:spcAft>
              <a:buClrTx/>
              <a:buSzTx/>
              <a:buFontTx/>
              <a:buNone/>
              <a:tabLst/>
            </a:pPr>
            <a:r>
              <a:rPr kumimoji="0" lang="en-US" altLang="en-US" sz="2400" b="1" i="0" u="none" strike="noStrike" cap="none" normalizeH="0" baseline="0" dirty="0">
                <a:ln>
                  <a:noFill/>
                </a:ln>
                <a:solidFill>
                  <a:schemeClr val="tx1"/>
                </a:solidFill>
                <a:effectLst/>
              </a:rPr>
              <a:t>Computational complexity theory helps us understand how efficiently problems can be solved using algorithms. This project focuses on P, NP, NP-Complete, and NP-Hard problems through an interactive learning platform. It uses real-world examples, graph visualizations, algorithm demonstrations, reductions, approximation techniques, and quizzes to simplify complex concepts. The platform also allows users to create and evaluate problem instances while analyzing algorithm performance, providing a practical way to learn complexity theory.</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Rounded Corners 1"/>
          <p:cNvSpPr/>
          <p:nvPr/>
        </p:nvSpPr>
        <p:spPr>
          <a:xfrm>
            <a:off x="3736109" y="221673"/>
            <a:ext cx="4719782" cy="517236"/>
          </a:xfrm>
          <a:prstGeom prst="roundRect">
            <a:avLst/>
          </a:prstGeom>
          <a:solidFill>
            <a:srgbClr val="C0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TextBox 2"/>
          <p:cNvSpPr txBox="1"/>
          <p:nvPr/>
        </p:nvSpPr>
        <p:spPr>
          <a:xfrm>
            <a:off x="2660072" y="193965"/>
            <a:ext cx="6871855" cy="584775"/>
          </a:xfrm>
          <a:prstGeom prst="rect">
            <a:avLst/>
          </a:prstGeom>
          <a:noFill/>
        </p:spPr>
        <p:txBody>
          <a:bodyPr wrap="square" rtlCol="0">
            <a:spAutoFit/>
          </a:bodyPr>
          <a:lstStyle/>
          <a:p>
            <a:pPr algn="ctr"/>
            <a:r>
              <a:rPr lang="en-US" sz="3200" b="1" dirty="0">
                <a:solidFill>
                  <a:schemeClr val="bg1"/>
                </a:solidFill>
              </a:rPr>
              <a:t>Literature Survey</a:t>
            </a:r>
          </a:p>
        </p:txBody>
      </p:sp>
      <p:sp>
        <p:nvSpPr>
          <p:cNvPr id="5" name="TextBox 4">
            <a:extLst>
              <a:ext uri="{FF2B5EF4-FFF2-40B4-BE49-F238E27FC236}">
                <a16:creationId xmlns:a16="http://schemas.microsoft.com/office/drawing/2014/main" id="{4EB1FB17-6CAB-BB17-DD62-8CC1E04DBF65}"/>
              </a:ext>
            </a:extLst>
          </p:cNvPr>
          <p:cNvSpPr txBox="1"/>
          <p:nvPr/>
        </p:nvSpPr>
        <p:spPr>
          <a:xfrm>
            <a:off x="972457" y="1659285"/>
            <a:ext cx="10247086" cy="3539430"/>
          </a:xfrm>
          <a:prstGeom prst="rect">
            <a:avLst/>
          </a:prstGeom>
          <a:noFill/>
        </p:spPr>
        <p:txBody>
          <a:bodyPr wrap="square" rtlCol="0">
            <a:spAutoFit/>
          </a:bodyPr>
          <a:lstStyle/>
          <a:p>
            <a:r>
              <a:rPr lang="en-US" sz="2800" b="1" dirty="0"/>
              <a:t>Existing learning resources explain computational complexity mainly through textbooks, lectures, static diagrams and theoretical examples. Algorithm visualization tools provide better understanding of individual algorithms, but they generally do not combine complexity-class concepts, reductions, approximation algorithms, quizzes and automatic problem evaluation in one platform. This project addresses that gap by integrating these learning features into a single interactive environment.</a:t>
            </a:r>
            <a:endParaRPr lang="en-IN" sz="2800" b="1"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Rounded Corners 2"/>
          <p:cNvSpPr/>
          <p:nvPr/>
        </p:nvSpPr>
        <p:spPr>
          <a:xfrm>
            <a:off x="2660072" y="221673"/>
            <a:ext cx="6723625" cy="655796"/>
          </a:xfrm>
          <a:prstGeom prst="roundRect">
            <a:avLst/>
          </a:prstGeom>
          <a:solidFill>
            <a:srgbClr val="C0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extBox 1"/>
          <p:cNvSpPr txBox="1"/>
          <p:nvPr/>
        </p:nvSpPr>
        <p:spPr>
          <a:xfrm>
            <a:off x="2660072" y="292694"/>
            <a:ext cx="6871855" cy="584775"/>
          </a:xfrm>
          <a:prstGeom prst="rect">
            <a:avLst/>
          </a:prstGeom>
          <a:noFill/>
        </p:spPr>
        <p:txBody>
          <a:bodyPr wrap="square" rtlCol="0">
            <a:spAutoFit/>
          </a:bodyPr>
          <a:lstStyle/>
          <a:p>
            <a:pPr algn="ctr"/>
            <a:r>
              <a:rPr lang="en-US" sz="3200" b="1" dirty="0">
                <a:solidFill>
                  <a:schemeClr val="bg1"/>
                </a:solidFill>
              </a:rPr>
              <a:t>Problem Statement and Objectives</a:t>
            </a:r>
          </a:p>
        </p:txBody>
      </p:sp>
      <p:sp>
        <p:nvSpPr>
          <p:cNvPr id="4" name="TextBox 3">
            <a:extLst>
              <a:ext uri="{FF2B5EF4-FFF2-40B4-BE49-F238E27FC236}">
                <a16:creationId xmlns:a16="http://schemas.microsoft.com/office/drawing/2014/main" id="{791141F0-7B27-CB25-3997-23B3A04124A1}"/>
              </a:ext>
            </a:extLst>
          </p:cNvPr>
          <p:cNvSpPr txBox="1"/>
          <p:nvPr/>
        </p:nvSpPr>
        <p:spPr>
          <a:xfrm>
            <a:off x="1016000" y="1494971"/>
            <a:ext cx="10087429" cy="4678204"/>
          </a:xfrm>
          <a:prstGeom prst="rect">
            <a:avLst/>
          </a:prstGeom>
          <a:noFill/>
        </p:spPr>
        <p:txBody>
          <a:bodyPr wrap="square" rtlCol="0">
            <a:spAutoFit/>
          </a:bodyPr>
          <a:lstStyle/>
          <a:p>
            <a:r>
              <a:rPr lang="en-US" sz="2800" b="1" dirty="0"/>
              <a:t>Problem Statement:</a:t>
            </a:r>
            <a:r>
              <a:rPr lang="en-US" sz="2800" dirty="0"/>
              <a:t> Students often find P, NP, NP-Complete and NP-Hard concepts difficult because of their abstract nature and limited opportunities for interactive experimentation.</a:t>
            </a:r>
          </a:p>
          <a:p>
            <a:endParaRPr lang="en-US" sz="2800" dirty="0"/>
          </a:p>
          <a:p>
            <a:r>
              <a:rPr lang="en-US" sz="2800" b="1" dirty="0"/>
              <a:t>Objectives:</a:t>
            </a:r>
            <a:br>
              <a:rPr lang="en-US" sz="2800" dirty="0"/>
            </a:br>
            <a:r>
              <a:rPr lang="en-US" sz="2800" dirty="0"/>
              <a:t>• Develop an interactive platform for learning complexity classes.</a:t>
            </a:r>
            <a:br>
              <a:rPr lang="en-US" sz="2800" dirty="0"/>
            </a:br>
            <a:r>
              <a:rPr lang="en-US" sz="2800" dirty="0"/>
              <a:t>• Visualize graphs, algorithms and problem-solving steps.</a:t>
            </a:r>
            <a:br>
              <a:rPr lang="en-US" sz="2800" dirty="0"/>
            </a:br>
            <a:r>
              <a:rPr lang="en-US" sz="2800" dirty="0"/>
              <a:t>• Demonstrate reductions and approximation techniques.</a:t>
            </a:r>
            <a:br>
              <a:rPr lang="en-US" sz="2800" dirty="0"/>
            </a:br>
            <a:r>
              <a:rPr lang="en-US" sz="2800" dirty="0"/>
              <a:t>• Provide quizzes and automatic evaluation of problem instances.</a:t>
            </a:r>
            <a:br>
              <a:rPr lang="en-US" sz="2800" dirty="0"/>
            </a:br>
            <a:r>
              <a:rPr lang="en-US" sz="2800" dirty="0"/>
              <a:t>• Analyze and compare algorithm performance.</a:t>
            </a:r>
          </a:p>
          <a:p>
            <a:endParaRPr lang="en-IN" dirty="0"/>
          </a:p>
        </p:txBody>
      </p:sp>
    </p:spTree>
    <p:extLst>
      <p:ext uri="{BB962C8B-B14F-4D97-AF65-F5344CB8AC3E}">
        <p14:creationId xmlns:p14="http://schemas.microsoft.com/office/powerpoint/2010/main" val="344102664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Rounded Corners 1"/>
          <p:cNvSpPr/>
          <p:nvPr/>
        </p:nvSpPr>
        <p:spPr>
          <a:xfrm>
            <a:off x="3736109" y="221673"/>
            <a:ext cx="4719782" cy="517236"/>
          </a:xfrm>
          <a:prstGeom prst="roundRect">
            <a:avLst/>
          </a:prstGeom>
          <a:solidFill>
            <a:srgbClr val="C0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TextBox 2"/>
          <p:cNvSpPr txBox="1"/>
          <p:nvPr/>
        </p:nvSpPr>
        <p:spPr>
          <a:xfrm>
            <a:off x="2660072" y="193965"/>
            <a:ext cx="6871855" cy="584775"/>
          </a:xfrm>
          <a:prstGeom prst="rect">
            <a:avLst/>
          </a:prstGeom>
          <a:noFill/>
        </p:spPr>
        <p:txBody>
          <a:bodyPr wrap="square" rtlCol="0">
            <a:spAutoFit/>
          </a:bodyPr>
          <a:lstStyle/>
          <a:p>
            <a:pPr algn="ctr"/>
            <a:r>
              <a:rPr lang="en-US" sz="3200" b="1" dirty="0">
                <a:solidFill>
                  <a:schemeClr val="bg1"/>
                </a:solidFill>
              </a:rPr>
              <a:t>Flow Chart</a:t>
            </a:r>
          </a:p>
        </p:txBody>
      </p:sp>
      <p:pic>
        <p:nvPicPr>
          <p:cNvPr id="5" name="Picture 4">
            <a:extLst>
              <a:ext uri="{FF2B5EF4-FFF2-40B4-BE49-F238E27FC236}">
                <a16:creationId xmlns:a16="http://schemas.microsoft.com/office/drawing/2014/main" id="{C6AE5DAA-31EB-BDAC-1310-9E4D61108656}"/>
              </a:ext>
            </a:extLst>
          </p:cNvPr>
          <p:cNvPicPr>
            <a:picLocks noChangeAspect="1"/>
          </p:cNvPicPr>
          <p:nvPr/>
        </p:nvPicPr>
        <p:blipFill>
          <a:blip r:embed="rId2"/>
          <a:stretch>
            <a:fillRect/>
          </a:stretch>
        </p:blipFill>
        <p:spPr>
          <a:xfrm>
            <a:off x="1752599" y="872835"/>
            <a:ext cx="8686800" cy="5791200"/>
          </a:xfrm>
          <a:prstGeom prst="rect">
            <a:avLst/>
          </a:prstGeom>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Rounded Corners 1"/>
          <p:cNvSpPr/>
          <p:nvPr/>
        </p:nvSpPr>
        <p:spPr>
          <a:xfrm>
            <a:off x="3736109" y="221673"/>
            <a:ext cx="4719782" cy="517236"/>
          </a:xfrm>
          <a:prstGeom prst="roundRect">
            <a:avLst/>
          </a:prstGeom>
          <a:solidFill>
            <a:srgbClr val="C0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TextBox 2"/>
          <p:cNvSpPr txBox="1"/>
          <p:nvPr/>
        </p:nvSpPr>
        <p:spPr>
          <a:xfrm>
            <a:off x="2660072" y="187903"/>
            <a:ext cx="6871855" cy="584775"/>
          </a:xfrm>
          <a:prstGeom prst="rect">
            <a:avLst/>
          </a:prstGeom>
          <a:noFill/>
        </p:spPr>
        <p:txBody>
          <a:bodyPr wrap="square" rtlCol="0">
            <a:spAutoFit/>
          </a:bodyPr>
          <a:lstStyle/>
          <a:p>
            <a:pPr algn="ctr"/>
            <a:r>
              <a:rPr lang="en-US" sz="3200" b="1" dirty="0">
                <a:solidFill>
                  <a:schemeClr val="bg1"/>
                </a:solidFill>
              </a:rPr>
              <a:t>Conclusion</a:t>
            </a:r>
          </a:p>
        </p:txBody>
      </p:sp>
      <p:sp>
        <p:nvSpPr>
          <p:cNvPr id="5" name="TextBox 4">
            <a:extLst>
              <a:ext uri="{FF2B5EF4-FFF2-40B4-BE49-F238E27FC236}">
                <a16:creationId xmlns:a16="http://schemas.microsoft.com/office/drawing/2014/main" id="{F3641BD1-625A-A3F5-F79D-21A1540749DE}"/>
              </a:ext>
            </a:extLst>
          </p:cNvPr>
          <p:cNvSpPr txBox="1"/>
          <p:nvPr/>
        </p:nvSpPr>
        <p:spPr>
          <a:xfrm>
            <a:off x="1758661" y="1659285"/>
            <a:ext cx="8674676" cy="3539430"/>
          </a:xfrm>
          <a:prstGeom prst="rect">
            <a:avLst/>
          </a:prstGeom>
          <a:noFill/>
        </p:spPr>
        <p:txBody>
          <a:bodyPr wrap="square">
            <a:spAutoFit/>
          </a:bodyPr>
          <a:lstStyle/>
          <a:p>
            <a:pPr algn="just"/>
            <a:r>
              <a:rPr lang="en-US" sz="2800" b="1" dirty="0"/>
              <a:t>The project provides a practical and interactive approach to learning computational complexity. By combining visualizations, algorithm demonstrations, reductions, approximation methods, quizzes and performance analysis, it makes P, NP, NP-Complete and NP-Hard concepts easier to understand. The platform bridges the gap between theoretical learning and practical implementation.</a:t>
            </a:r>
            <a:endParaRPr lang="en-IN" sz="2800" b="1"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Rounded Corners 1"/>
          <p:cNvSpPr/>
          <p:nvPr/>
        </p:nvSpPr>
        <p:spPr>
          <a:xfrm>
            <a:off x="3654372" y="262038"/>
            <a:ext cx="6419945" cy="603950"/>
          </a:xfrm>
          <a:prstGeom prst="roundRect">
            <a:avLst/>
          </a:prstGeom>
          <a:solidFill>
            <a:srgbClr val="C0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TextBox 2"/>
          <p:cNvSpPr txBox="1"/>
          <p:nvPr/>
        </p:nvSpPr>
        <p:spPr>
          <a:xfrm>
            <a:off x="3547840" y="302403"/>
            <a:ext cx="6871855" cy="523220"/>
          </a:xfrm>
          <a:prstGeom prst="rect">
            <a:avLst/>
          </a:prstGeom>
          <a:noFill/>
        </p:spPr>
        <p:txBody>
          <a:bodyPr wrap="square" rtlCol="0">
            <a:spAutoFit/>
          </a:bodyPr>
          <a:lstStyle/>
          <a:p>
            <a:pPr algn="ctr"/>
            <a:r>
              <a:rPr lang="en-US" sz="2800" b="1" kern="0" dirty="0">
                <a:solidFill>
                  <a:schemeClr val="bg1"/>
                </a:solidFill>
                <a:effectLst/>
                <a:ea typeface="Times New Roman" panose="02020603050405020304" pitchFamily="18" charset="0"/>
              </a:rPr>
              <a:t>Hardware and Software requirements</a:t>
            </a:r>
            <a:endParaRPr lang="en-US" sz="2800" b="1" dirty="0">
              <a:solidFill>
                <a:schemeClr val="bg1"/>
              </a:solidFill>
            </a:endParaRPr>
          </a:p>
        </p:txBody>
      </p:sp>
      <p:sp>
        <p:nvSpPr>
          <p:cNvPr id="5" name="TextBox 4">
            <a:extLst>
              <a:ext uri="{FF2B5EF4-FFF2-40B4-BE49-F238E27FC236}">
                <a16:creationId xmlns:a16="http://schemas.microsoft.com/office/drawing/2014/main" id="{6889E360-BCE4-7625-9E02-1A6091767CFE}"/>
              </a:ext>
            </a:extLst>
          </p:cNvPr>
          <p:cNvSpPr txBox="1"/>
          <p:nvPr/>
        </p:nvSpPr>
        <p:spPr>
          <a:xfrm>
            <a:off x="2247900" y="1354634"/>
            <a:ext cx="8629650" cy="4832092"/>
          </a:xfrm>
          <a:prstGeom prst="rect">
            <a:avLst/>
          </a:prstGeom>
          <a:noFill/>
        </p:spPr>
        <p:txBody>
          <a:bodyPr wrap="square">
            <a:spAutoFit/>
          </a:bodyPr>
          <a:lstStyle/>
          <a:p>
            <a:pPr>
              <a:buNone/>
            </a:pPr>
            <a:r>
              <a:rPr lang="en-IN" sz="2800" b="1" dirty="0"/>
              <a:t>Hardware:</a:t>
            </a:r>
            <a:br>
              <a:rPr lang="en-IN" sz="2800" dirty="0"/>
            </a:br>
            <a:r>
              <a:rPr lang="en-IN" sz="2800" dirty="0"/>
              <a:t>• Computer/Laptop</a:t>
            </a:r>
            <a:br>
              <a:rPr lang="en-IN" sz="2800" dirty="0"/>
            </a:br>
            <a:r>
              <a:rPr lang="en-IN" sz="2800" dirty="0"/>
              <a:t>• Minimum 4 GB RAM</a:t>
            </a:r>
            <a:br>
              <a:rPr lang="en-IN" sz="2800" dirty="0"/>
            </a:br>
            <a:r>
              <a:rPr lang="en-IN" sz="2800" dirty="0"/>
              <a:t>• Dual-core processor or better</a:t>
            </a:r>
            <a:br>
              <a:rPr lang="en-IN" sz="2800" dirty="0"/>
            </a:br>
            <a:r>
              <a:rPr lang="en-IN" sz="2800" dirty="0"/>
              <a:t>• Internet connection for web-based access</a:t>
            </a:r>
          </a:p>
          <a:p>
            <a:pPr>
              <a:buNone/>
            </a:pPr>
            <a:r>
              <a:rPr lang="en-IN" sz="2800" b="1" dirty="0"/>
              <a:t>Software:</a:t>
            </a:r>
            <a:br>
              <a:rPr lang="en-IN" sz="2800" dirty="0"/>
            </a:br>
            <a:r>
              <a:rPr lang="en-IN" sz="2800" dirty="0"/>
              <a:t>• HTML, CSS and JavaScript</a:t>
            </a:r>
            <a:br>
              <a:rPr lang="en-IN" sz="2800" dirty="0"/>
            </a:br>
            <a:r>
              <a:rPr lang="en-IN" sz="2800" dirty="0"/>
              <a:t>• Python/appropriate backend technology</a:t>
            </a:r>
            <a:br>
              <a:rPr lang="en-IN" sz="2800" dirty="0"/>
            </a:br>
            <a:r>
              <a:rPr lang="en-IN" sz="2800" dirty="0"/>
              <a:t>• Graph visualization library</a:t>
            </a:r>
            <a:br>
              <a:rPr lang="en-IN" sz="2800" dirty="0"/>
            </a:br>
            <a:r>
              <a:rPr lang="en-IN" sz="2800" dirty="0"/>
              <a:t>• Web browser</a:t>
            </a:r>
            <a:br>
              <a:rPr lang="en-IN" sz="2800" dirty="0"/>
            </a:br>
            <a:r>
              <a:rPr lang="en-IN" sz="2800" dirty="0"/>
              <a:t>• Code editor/IDE</a:t>
            </a:r>
          </a:p>
        </p:txBody>
      </p:sp>
    </p:spTree>
    <p:extLst>
      <p:ext uri="{BB962C8B-B14F-4D97-AF65-F5344CB8AC3E}">
        <p14:creationId xmlns:p14="http://schemas.microsoft.com/office/powerpoint/2010/main" val="229275090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Rounded Corners 2"/>
          <p:cNvSpPr/>
          <p:nvPr/>
        </p:nvSpPr>
        <p:spPr>
          <a:xfrm>
            <a:off x="3736109" y="221673"/>
            <a:ext cx="4719782" cy="517236"/>
          </a:xfrm>
          <a:prstGeom prst="roundRect">
            <a:avLst/>
          </a:prstGeom>
          <a:solidFill>
            <a:srgbClr val="C0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TextBox 3"/>
          <p:cNvSpPr txBox="1"/>
          <p:nvPr/>
        </p:nvSpPr>
        <p:spPr>
          <a:xfrm>
            <a:off x="2660072" y="154134"/>
            <a:ext cx="6871855" cy="584775"/>
          </a:xfrm>
          <a:prstGeom prst="rect">
            <a:avLst/>
          </a:prstGeom>
          <a:noFill/>
        </p:spPr>
        <p:txBody>
          <a:bodyPr wrap="square" rtlCol="0">
            <a:spAutoFit/>
          </a:bodyPr>
          <a:lstStyle/>
          <a:p>
            <a:pPr algn="ctr"/>
            <a:r>
              <a:rPr lang="en-US" sz="3200" b="1" dirty="0">
                <a:solidFill>
                  <a:schemeClr val="bg1"/>
                </a:solidFill>
              </a:rPr>
              <a:t> Future Scope</a:t>
            </a:r>
          </a:p>
        </p:txBody>
      </p:sp>
      <p:sp>
        <p:nvSpPr>
          <p:cNvPr id="5" name="TextBox 4">
            <a:extLst>
              <a:ext uri="{FF2B5EF4-FFF2-40B4-BE49-F238E27FC236}">
                <a16:creationId xmlns:a16="http://schemas.microsoft.com/office/drawing/2014/main" id="{03424625-B73E-D7D4-AF78-FA852CDB7FE9}"/>
              </a:ext>
            </a:extLst>
          </p:cNvPr>
          <p:cNvSpPr txBox="1"/>
          <p:nvPr/>
        </p:nvSpPr>
        <p:spPr>
          <a:xfrm>
            <a:off x="1800224" y="2090172"/>
            <a:ext cx="8591550" cy="2677656"/>
          </a:xfrm>
          <a:prstGeom prst="rect">
            <a:avLst/>
          </a:prstGeom>
          <a:noFill/>
        </p:spPr>
        <p:txBody>
          <a:bodyPr wrap="square">
            <a:spAutoFit/>
          </a:bodyPr>
          <a:lstStyle/>
          <a:p>
            <a:r>
              <a:rPr lang="en-IN" sz="2800" b="1" dirty="0"/>
              <a:t>• Add more complexity problems and algorithms.</a:t>
            </a:r>
            <a:br>
              <a:rPr lang="en-IN" sz="2800" b="1" dirty="0"/>
            </a:br>
            <a:r>
              <a:rPr lang="en-IN" sz="2800" b="1" dirty="0"/>
              <a:t>• Introduce advanced interactive graph visualizations.</a:t>
            </a:r>
            <a:br>
              <a:rPr lang="en-IN" sz="2800" b="1" dirty="0"/>
            </a:br>
            <a:r>
              <a:rPr lang="en-IN" sz="2800" b="1" dirty="0"/>
              <a:t>• Add adaptive quizzes based on user performance.</a:t>
            </a:r>
            <a:br>
              <a:rPr lang="en-IN" sz="2800" b="1" dirty="0"/>
            </a:br>
            <a:r>
              <a:rPr lang="en-IN" sz="2800" b="1" dirty="0"/>
              <a:t>• Provide detailed algorithm comparison and analytics.</a:t>
            </a:r>
            <a:br>
              <a:rPr lang="en-IN" sz="2800" b="1" dirty="0"/>
            </a:br>
            <a:r>
              <a:rPr lang="en-IN" sz="2800" b="1" dirty="0"/>
              <a:t>• Support more user-generated problem types and automated evaluation.</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Rounded Corners 2"/>
          <p:cNvSpPr/>
          <p:nvPr/>
        </p:nvSpPr>
        <p:spPr>
          <a:xfrm>
            <a:off x="3736107" y="2619376"/>
            <a:ext cx="4946253" cy="1357820"/>
          </a:xfrm>
          <a:prstGeom prst="roundRect">
            <a:avLst/>
          </a:prstGeom>
          <a:solidFill>
            <a:srgbClr val="C0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3200" b="1" dirty="0"/>
              <a:t>Thank you</a:t>
            </a:r>
          </a:p>
        </p:txBody>
      </p:sp>
    </p:spTree>
    <p:extLst>
      <p:ext uri="{BB962C8B-B14F-4D97-AF65-F5344CB8AC3E}">
        <p14:creationId xmlns:p14="http://schemas.microsoft.com/office/powerpoint/2010/main" val="1313543476"/>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303</TotalTime>
  <Words>554</Words>
  <Application>Microsoft Office PowerPoint</Application>
  <PresentationFormat>Widescreen</PresentationFormat>
  <Paragraphs>46</Paragraphs>
  <Slides>11</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11</vt:i4>
      </vt:variant>
    </vt:vector>
  </HeadingPairs>
  <TitlesOfParts>
    <vt:vector size="15" baseType="lpstr">
      <vt:lpstr>Arial</vt:lpstr>
      <vt:lpstr>Calibri</vt:lpstr>
      <vt:lpstr>Times New Roman</vt:lpstr>
      <vt:lpstr>Office Theme</vt:lpstr>
      <vt:lpstr>       Data Structures and Algorithms -3 (25CS2103E)  Interactive Complexity Theory Learning Platform</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Title</dc:title>
  <dc:creator>Sirisha Devi</dc:creator>
  <cp:lastModifiedBy>Satwik Reddy</cp:lastModifiedBy>
  <cp:revision>19</cp:revision>
  <dcterms:created xsi:type="dcterms:W3CDTF">2024-08-29T05:25:00Z</dcterms:created>
  <dcterms:modified xsi:type="dcterms:W3CDTF">2026-09-28T08:59:15Z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FB2A1F042FC047C6B4D7E0BF0C20B2E9_13</vt:lpwstr>
  </property>
  <property fmtid="{D5CDD505-2E9C-101B-9397-08002B2CF9AE}" pid="3" name="KSOProductBuildVer">
    <vt:lpwstr>1033-12.2.0.23131</vt:lpwstr>
  </property>
</Properties>
</file>